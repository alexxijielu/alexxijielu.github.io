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32"/>
  </p:notesMasterIdLst>
  <p:sldIdLst>
    <p:sldId id="256" r:id="rId2"/>
    <p:sldId id="403" r:id="rId3"/>
    <p:sldId id="402" r:id="rId4"/>
    <p:sldId id="305" r:id="rId5"/>
    <p:sldId id="401" r:id="rId6"/>
    <p:sldId id="380" r:id="rId7"/>
    <p:sldId id="404" r:id="rId8"/>
    <p:sldId id="381" r:id="rId9"/>
    <p:sldId id="405" r:id="rId10"/>
    <p:sldId id="383" r:id="rId11"/>
    <p:sldId id="384" r:id="rId12"/>
    <p:sldId id="385" r:id="rId13"/>
    <p:sldId id="386" r:id="rId14"/>
    <p:sldId id="387" r:id="rId15"/>
    <p:sldId id="388" r:id="rId16"/>
    <p:sldId id="389" r:id="rId17"/>
    <p:sldId id="390" r:id="rId18"/>
    <p:sldId id="391" r:id="rId19"/>
    <p:sldId id="392" r:id="rId20"/>
    <p:sldId id="394" r:id="rId21"/>
    <p:sldId id="406" r:id="rId22"/>
    <p:sldId id="395" r:id="rId23"/>
    <p:sldId id="396" r:id="rId24"/>
    <p:sldId id="407" r:id="rId25"/>
    <p:sldId id="408" r:id="rId26"/>
    <p:sldId id="409" r:id="rId27"/>
    <p:sldId id="410" r:id="rId28"/>
    <p:sldId id="397" r:id="rId29"/>
    <p:sldId id="399" r:id="rId30"/>
    <p:sldId id="400" r:id="rId31"/>
  </p:sldIdLst>
  <p:sldSz cx="9144000" cy="5143500" type="screen16x9"/>
  <p:notesSz cx="6858000" cy="9144000"/>
  <p:embeddedFontLst>
    <p:embeddedFont>
      <p:font typeface="Figtree Black" panose="020B0604020202020204" charset="0"/>
      <p:bold r:id="rId33"/>
      <p:boldItalic r:id="rId34"/>
    </p:embeddedFont>
    <p:embeddedFont>
      <p:font typeface="Hanken Grotesk" panose="020B0604020202020204" charset="0"/>
      <p:regular r:id="rId35"/>
      <p:bold r:id="rId36"/>
      <p:italic r:id="rId37"/>
      <p:boldItalic r:id="rId38"/>
    </p:embeddedFont>
    <p:embeddedFont>
      <p:font typeface="Lato" panose="020F0502020204030203" pitchFamily="3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B9F43A3-BB62-4C28-BCC8-75498D6BC4CF}">
          <p14:sldIdLst>
            <p14:sldId id="256"/>
            <p14:sldId id="403"/>
            <p14:sldId id="402"/>
            <p14:sldId id="305"/>
            <p14:sldId id="401"/>
            <p14:sldId id="380"/>
            <p14:sldId id="404"/>
            <p14:sldId id="381"/>
            <p14:sldId id="405"/>
            <p14:sldId id="383"/>
            <p14:sldId id="384"/>
            <p14:sldId id="385"/>
            <p14:sldId id="386"/>
            <p14:sldId id="387"/>
            <p14:sldId id="388"/>
            <p14:sldId id="389"/>
            <p14:sldId id="390"/>
            <p14:sldId id="391"/>
            <p14:sldId id="392"/>
            <p14:sldId id="394"/>
            <p14:sldId id="406"/>
            <p14:sldId id="395"/>
            <p14:sldId id="396"/>
            <p14:sldId id="407"/>
            <p14:sldId id="408"/>
            <p14:sldId id="409"/>
            <p14:sldId id="410"/>
            <p14:sldId id="397"/>
            <p14:sldId id="399"/>
            <p14:sldId id="400"/>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D8FF"/>
    <a:srgbClr val="A66BD3"/>
    <a:srgbClr val="46B0AA"/>
    <a:srgbClr val="6AC4C0"/>
    <a:srgbClr val="CC2E2E"/>
    <a:srgbClr val="EDAEAE"/>
    <a:srgbClr val="FFD85D"/>
    <a:srgbClr val="B4E5A3"/>
    <a:srgbClr val="B4E5A4"/>
    <a:srgbClr val="B8E2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B32F36-1C5A-4B59-B33F-6ED9639C6870}">
  <a:tblStyle styleId="{FCB32F36-1C5A-4B59-B33F-6ED9639C687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08" autoAdjust="0"/>
    <p:restoredTop sz="74179" autoAdjust="0"/>
  </p:normalViewPr>
  <p:slideViewPr>
    <p:cSldViewPr snapToGrid="0">
      <p:cViewPr>
        <p:scale>
          <a:sx n="90" d="100"/>
          <a:sy n="90" d="100"/>
        </p:scale>
        <p:origin x="1411" y="53"/>
      </p:cViewPr>
      <p:guideLst>
        <p:guide orient="horz" pos="1620"/>
        <p:guide pos="288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Lu" userId="4fb11abd-091b-4498-a086-6cab5411f523" providerId="ADAL" clId="{4BDD7BCB-6C77-4AF5-ACF5-1ADAF4CE1FED}"/>
    <pc:docChg chg="undo redo custSel addSld delSld modSld sldOrd delSection modSection">
      <pc:chgData name="Alex Lu" userId="4fb11abd-091b-4498-a086-6cab5411f523" providerId="ADAL" clId="{4BDD7BCB-6C77-4AF5-ACF5-1ADAF4CE1FED}" dt="2026-05-22T20:53:03.453" v="45838" actId="20577"/>
      <pc:docMkLst>
        <pc:docMk/>
      </pc:docMkLst>
      <pc:sldChg chg="modSp mod modNotesTx">
        <pc:chgData name="Alex Lu" userId="4fb11abd-091b-4498-a086-6cab5411f523" providerId="ADAL" clId="{4BDD7BCB-6C77-4AF5-ACF5-1ADAF4CE1FED}" dt="2026-05-12T15:16:16.417" v="9403" actId="20577"/>
        <pc:sldMkLst>
          <pc:docMk/>
          <pc:sldMk cId="0" sldId="256"/>
        </pc:sldMkLst>
        <pc:spChg chg="mod">
          <ac:chgData name="Alex Lu" userId="4fb11abd-091b-4498-a086-6cab5411f523" providerId="ADAL" clId="{4BDD7BCB-6C77-4AF5-ACF5-1ADAF4CE1FED}" dt="2026-04-23T17:58:26.361" v="4" actId="404"/>
          <ac:spMkLst>
            <pc:docMk/>
            <pc:sldMk cId="0" sldId="256"/>
            <ac:spMk id="289" creationId="{00000000-0000-0000-0000-000000000000}"/>
          </ac:spMkLst>
        </pc:spChg>
      </pc:sldChg>
      <pc:sldChg chg="addSp delSp modSp add mod modAnim modNotesTx">
        <pc:chgData name="Alex Lu" userId="4fb11abd-091b-4498-a086-6cab5411f523" providerId="ADAL" clId="{4BDD7BCB-6C77-4AF5-ACF5-1ADAF4CE1FED}" dt="2026-05-14T01:00:26.972" v="45327" actId="20577"/>
        <pc:sldMkLst>
          <pc:docMk/>
          <pc:sldMk cId="509000522" sldId="305"/>
        </pc:sldMkLst>
        <pc:spChg chg="add mod">
          <ac:chgData name="Alex Lu" userId="4fb11abd-091b-4498-a086-6cab5411f523" providerId="ADAL" clId="{4BDD7BCB-6C77-4AF5-ACF5-1ADAF4CE1FED}" dt="2026-04-28T17:11:26.592" v="4873" actId="20577"/>
          <ac:spMkLst>
            <pc:docMk/>
            <pc:sldMk cId="509000522" sldId="305"/>
            <ac:spMk id="14" creationId="{D527F399-6832-60FF-C6BA-89B6A53FFCED}"/>
          </ac:spMkLst>
        </pc:spChg>
        <pc:picChg chg="add mod">
          <ac:chgData name="Alex Lu" userId="4fb11abd-091b-4498-a086-6cab5411f523" providerId="ADAL" clId="{4BDD7BCB-6C77-4AF5-ACF5-1ADAF4CE1FED}" dt="2026-04-24T16:27:42.729" v="3630" actId="1076"/>
          <ac:picMkLst>
            <pc:docMk/>
            <pc:sldMk cId="509000522" sldId="305"/>
            <ac:picMk id="4" creationId="{752FB6B2-A32E-0677-8E0C-5774CC55868E}"/>
          </ac:picMkLst>
        </pc:picChg>
        <pc:picChg chg="add mod">
          <ac:chgData name="Alex Lu" userId="4fb11abd-091b-4498-a086-6cab5411f523" providerId="ADAL" clId="{4BDD7BCB-6C77-4AF5-ACF5-1ADAF4CE1FED}" dt="2026-04-24T16:27:25.747" v="3627" actId="1036"/>
          <ac:picMkLst>
            <pc:docMk/>
            <pc:sldMk cId="509000522" sldId="305"/>
            <ac:picMk id="9" creationId="{1A875CC1-D036-4648-1E8F-64BB3FA4F5E8}"/>
          </ac:picMkLst>
        </pc:picChg>
        <pc:picChg chg="add mod">
          <ac:chgData name="Alex Lu" userId="4fb11abd-091b-4498-a086-6cab5411f523" providerId="ADAL" clId="{4BDD7BCB-6C77-4AF5-ACF5-1ADAF4CE1FED}" dt="2026-04-24T16:27:25.747" v="3627" actId="1036"/>
          <ac:picMkLst>
            <pc:docMk/>
            <pc:sldMk cId="509000522" sldId="305"/>
            <ac:picMk id="11" creationId="{37B779D5-1663-2DD4-A338-91360726A5E8}"/>
          </ac:picMkLst>
        </pc:picChg>
        <pc:picChg chg="add mod modCrop">
          <ac:chgData name="Alex Lu" userId="4fb11abd-091b-4498-a086-6cab5411f523" providerId="ADAL" clId="{4BDD7BCB-6C77-4AF5-ACF5-1ADAF4CE1FED}" dt="2026-04-24T16:27:30.485" v="3629" actId="1076"/>
          <ac:picMkLst>
            <pc:docMk/>
            <pc:sldMk cId="509000522" sldId="305"/>
            <ac:picMk id="16" creationId="{4D3FCF94-C24E-97E5-AAF7-866FCBD04FDD}"/>
          </ac:picMkLst>
        </pc:picChg>
      </pc:sldChg>
      <pc:sldChg chg="addSp delSp modSp add mod modAnim modNotesTx">
        <pc:chgData name="Alex Lu" userId="4fb11abd-091b-4498-a086-6cab5411f523" providerId="ADAL" clId="{4BDD7BCB-6C77-4AF5-ACF5-1ADAF4CE1FED}" dt="2026-05-14T00:53:50.955" v="45280"/>
        <pc:sldMkLst>
          <pc:docMk/>
          <pc:sldMk cId="1393911132" sldId="380"/>
        </pc:sldMkLst>
        <pc:spChg chg="mod">
          <ac:chgData name="Alex Lu" userId="4fb11abd-091b-4498-a086-6cab5411f523" providerId="ADAL" clId="{4BDD7BCB-6C77-4AF5-ACF5-1ADAF4CE1FED}" dt="2026-05-13T13:59:33.938" v="14937" actId="404"/>
          <ac:spMkLst>
            <pc:docMk/>
            <pc:sldMk cId="1393911132" sldId="380"/>
            <ac:spMk id="2" creationId="{DF745A8B-0AC0-D40E-E44D-D0660EF020D9}"/>
          </ac:spMkLst>
        </pc:spChg>
        <pc:spChg chg="add del mod">
          <ac:chgData name="Alex Lu" userId="4fb11abd-091b-4498-a086-6cab5411f523" providerId="ADAL" clId="{4BDD7BCB-6C77-4AF5-ACF5-1ADAF4CE1FED}" dt="2026-05-13T19:10:33.104" v="24477" actId="478"/>
          <ac:spMkLst>
            <pc:docMk/>
            <pc:sldMk cId="1393911132" sldId="380"/>
            <ac:spMk id="7" creationId="{9912ACF8-BCF2-8EC1-1656-C72D2685791A}"/>
          </ac:spMkLst>
        </pc:spChg>
        <pc:spChg chg="add mod">
          <ac:chgData name="Alex Lu" userId="4fb11abd-091b-4498-a086-6cab5411f523" providerId="ADAL" clId="{4BDD7BCB-6C77-4AF5-ACF5-1ADAF4CE1FED}" dt="2026-04-28T15:30:26.546" v="4749" actId="20577"/>
          <ac:spMkLst>
            <pc:docMk/>
            <pc:sldMk cId="1393911132" sldId="380"/>
            <ac:spMk id="23" creationId="{79E371C6-6EC9-F5D2-0DFA-BA47DE794659}"/>
          </ac:spMkLst>
        </pc:spChg>
        <pc:spChg chg="add mod">
          <ac:chgData name="Alex Lu" userId="4fb11abd-091b-4498-a086-6cab5411f523" providerId="ADAL" clId="{4BDD7BCB-6C77-4AF5-ACF5-1ADAF4CE1FED}" dt="2026-04-28T15:29:41.036" v="4743" actId="20577"/>
          <ac:spMkLst>
            <pc:docMk/>
            <pc:sldMk cId="1393911132" sldId="380"/>
            <ac:spMk id="24" creationId="{8F26EBC2-079D-685B-366A-4A1A8F8BD5FF}"/>
          </ac:spMkLst>
        </pc:spChg>
        <pc:spChg chg="add mod">
          <ac:chgData name="Alex Lu" userId="4fb11abd-091b-4498-a086-6cab5411f523" providerId="ADAL" clId="{4BDD7BCB-6C77-4AF5-ACF5-1ADAF4CE1FED}" dt="2026-04-28T15:29:32.661" v="4741" actId="1076"/>
          <ac:spMkLst>
            <pc:docMk/>
            <pc:sldMk cId="1393911132" sldId="380"/>
            <ac:spMk id="26" creationId="{9F147EA5-E553-65E6-C6AE-CD496C620033}"/>
          </ac:spMkLst>
        </pc:spChg>
        <pc:spChg chg="add mod">
          <ac:chgData name="Alex Lu" userId="4fb11abd-091b-4498-a086-6cab5411f523" providerId="ADAL" clId="{4BDD7BCB-6C77-4AF5-ACF5-1ADAF4CE1FED}" dt="2026-04-28T15:29:32.661" v="4741" actId="1076"/>
          <ac:spMkLst>
            <pc:docMk/>
            <pc:sldMk cId="1393911132" sldId="380"/>
            <ac:spMk id="28" creationId="{A1353DD3-4DB3-F3EF-0A53-ABA745DCF80B}"/>
          </ac:spMkLst>
        </pc:spChg>
        <pc:spChg chg="add mod">
          <ac:chgData name="Alex Lu" userId="4fb11abd-091b-4498-a086-6cab5411f523" providerId="ADAL" clId="{4BDD7BCB-6C77-4AF5-ACF5-1ADAF4CE1FED}" dt="2026-04-28T15:29:32.661" v="4741" actId="1076"/>
          <ac:spMkLst>
            <pc:docMk/>
            <pc:sldMk cId="1393911132" sldId="380"/>
            <ac:spMk id="30" creationId="{E6E95D06-B259-13B3-8A38-163AA2778299}"/>
          </ac:spMkLst>
        </pc:spChg>
        <pc:spChg chg="add mod">
          <ac:chgData name="Alex Lu" userId="4fb11abd-091b-4498-a086-6cab5411f523" providerId="ADAL" clId="{4BDD7BCB-6C77-4AF5-ACF5-1ADAF4CE1FED}" dt="2026-04-28T15:29:32.661" v="4741" actId="1076"/>
          <ac:spMkLst>
            <pc:docMk/>
            <pc:sldMk cId="1393911132" sldId="380"/>
            <ac:spMk id="32" creationId="{F57AACDC-5023-2A97-3968-C399C7D60142}"/>
          </ac:spMkLst>
        </pc:spChg>
        <pc:picChg chg="add del mod">
          <ac:chgData name="Alex Lu" userId="4fb11abd-091b-4498-a086-6cab5411f523" providerId="ADAL" clId="{4BDD7BCB-6C77-4AF5-ACF5-1ADAF4CE1FED}" dt="2026-05-13T19:10:33.104" v="24477" actId="478"/>
          <ac:picMkLst>
            <pc:docMk/>
            <pc:sldMk cId="1393911132" sldId="380"/>
            <ac:picMk id="4" creationId="{3358085D-D588-6BFD-0C83-3DDF9628A6BE}"/>
          </ac:picMkLst>
        </pc:picChg>
        <pc:picChg chg="add mod">
          <ac:chgData name="Alex Lu" userId="4fb11abd-091b-4498-a086-6cab5411f523" providerId="ADAL" clId="{4BDD7BCB-6C77-4AF5-ACF5-1ADAF4CE1FED}" dt="2026-04-28T15:29:32.661" v="4741" actId="1076"/>
          <ac:picMkLst>
            <pc:docMk/>
            <pc:sldMk cId="1393911132" sldId="380"/>
            <ac:picMk id="11" creationId="{2D3D14FB-1366-FE87-5B24-BD6E373174CB}"/>
          </ac:picMkLst>
        </pc:picChg>
        <pc:picChg chg="add mod">
          <ac:chgData name="Alex Lu" userId="4fb11abd-091b-4498-a086-6cab5411f523" providerId="ADAL" clId="{4BDD7BCB-6C77-4AF5-ACF5-1ADAF4CE1FED}" dt="2026-04-28T15:29:32.661" v="4741" actId="1076"/>
          <ac:picMkLst>
            <pc:docMk/>
            <pc:sldMk cId="1393911132" sldId="380"/>
            <ac:picMk id="13" creationId="{D5A4B296-8509-E7E5-87F5-A48D05E1599B}"/>
          </ac:picMkLst>
        </pc:picChg>
        <pc:picChg chg="add mod">
          <ac:chgData name="Alex Lu" userId="4fb11abd-091b-4498-a086-6cab5411f523" providerId="ADAL" clId="{4BDD7BCB-6C77-4AF5-ACF5-1ADAF4CE1FED}" dt="2026-04-28T15:29:32.661" v="4741" actId="1076"/>
          <ac:picMkLst>
            <pc:docMk/>
            <pc:sldMk cId="1393911132" sldId="380"/>
            <ac:picMk id="15" creationId="{47AACC61-B66A-4727-4FF4-6DCBCD2A8B12}"/>
          </ac:picMkLst>
        </pc:picChg>
        <pc:picChg chg="add mod">
          <ac:chgData name="Alex Lu" userId="4fb11abd-091b-4498-a086-6cab5411f523" providerId="ADAL" clId="{4BDD7BCB-6C77-4AF5-ACF5-1ADAF4CE1FED}" dt="2026-04-28T15:29:32.661" v="4741" actId="1076"/>
          <ac:picMkLst>
            <pc:docMk/>
            <pc:sldMk cId="1393911132" sldId="380"/>
            <ac:picMk id="17" creationId="{4ECB2027-6A08-5727-0F8E-DC8B530A9A22}"/>
          </ac:picMkLst>
        </pc:picChg>
        <pc:picChg chg="add mod">
          <ac:chgData name="Alex Lu" userId="4fb11abd-091b-4498-a086-6cab5411f523" providerId="ADAL" clId="{4BDD7BCB-6C77-4AF5-ACF5-1ADAF4CE1FED}" dt="2026-04-28T15:29:32.661" v="4741" actId="1076"/>
          <ac:picMkLst>
            <pc:docMk/>
            <pc:sldMk cId="1393911132" sldId="380"/>
            <ac:picMk id="19" creationId="{36C4F593-8547-EC38-703F-3A6DA2337B75}"/>
          </ac:picMkLst>
        </pc:picChg>
      </pc:sldChg>
      <pc:sldChg chg="addSp modSp add mod modNotesTx">
        <pc:chgData name="Alex Lu" userId="4fb11abd-091b-4498-a086-6cab5411f523" providerId="ADAL" clId="{4BDD7BCB-6C77-4AF5-ACF5-1ADAF4CE1FED}" dt="2026-05-13T18:04:34.633" v="17542" actId="20577"/>
        <pc:sldMkLst>
          <pc:docMk/>
          <pc:sldMk cId="1260768455" sldId="381"/>
        </pc:sldMkLst>
        <pc:spChg chg="mod">
          <ac:chgData name="Alex Lu" userId="4fb11abd-091b-4498-a086-6cab5411f523" providerId="ADAL" clId="{4BDD7BCB-6C77-4AF5-ACF5-1ADAF4CE1FED}" dt="2026-04-28T15:34:45.498" v="4796"/>
          <ac:spMkLst>
            <pc:docMk/>
            <pc:sldMk cId="1260768455" sldId="381"/>
            <ac:spMk id="2" creationId="{2C796DE6-1E47-2653-447F-99AC126045D6}"/>
          </ac:spMkLst>
        </pc:spChg>
        <pc:spChg chg="add mod">
          <ac:chgData name="Alex Lu" userId="4fb11abd-091b-4498-a086-6cab5411f523" providerId="ADAL" clId="{4BDD7BCB-6C77-4AF5-ACF5-1ADAF4CE1FED}" dt="2026-04-28T15:37:40.570" v="4870" actId="1038"/>
          <ac:spMkLst>
            <pc:docMk/>
            <pc:sldMk cId="1260768455" sldId="381"/>
            <ac:spMk id="5" creationId="{8112A22F-99FC-7FB4-AD53-F3C950888089}"/>
          </ac:spMkLst>
        </pc:spChg>
        <pc:spChg chg="mod">
          <ac:chgData name="Alex Lu" userId="4fb11abd-091b-4498-a086-6cab5411f523" providerId="ADAL" clId="{4BDD7BCB-6C77-4AF5-ACF5-1ADAF4CE1FED}" dt="2026-04-28T15:35:58.895" v="4841" actId="1037"/>
          <ac:spMkLst>
            <pc:docMk/>
            <pc:sldMk cId="1260768455" sldId="381"/>
            <ac:spMk id="6" creationId="{893B86DA-A617-94AC-0BD5-5D699D4C5B85}"/>
          </ac:spMkLst>
        </pc:spChg>
        <pc:picChg chg="add mod">
          <ac:chgData name="Alex Lu" userId="4fb11abd-091b-4498-a086-6cab5411f523" providerId="ADAL" clId="{4BDD7BCB-6C77-4AF5-ACF5-1ADAF4CE1FED}" dt="2026-04-28T15:35:58.895" v="4841" actId="1037"/>
          <ac:picMkLst>
            <pc:docMk/>
            <pc:sldMk cId="1260768455" sldId="381"/>
            <ac:picMk id="4" creationId="{DE1F4C1F-AD16-7091-5182-5C3F48238EFC}"/>
          </ac:picMkLst>
        </pc:picChg>
        <pc:picChg chg="add mod">
          <ac:chgData name="Alex Lu" userId="4fb11abd-091b-4498-a086-6cab5411f523" providerId="ADAL" clId="{4BDD7BCB-6C77-4AF5-ACF5-1ADAF4CE1FED}" dt="2026-04-28T15:37:40.570" v="4870" actId="1038"/>
          <ac:picMkLst>
            <pc:docMk/>
            <pc:sldMk cId="1260768455" sldId="381"/>
            <ac:picMk id="8" creationId="{83A1DF88-2744-0E77-6F44-9EDFA78E6106}"/>
          </ac:picMkLst>
        </pc:picChg>
      </pc:sldChg>
      <pc:sldChg chg="addSp delSp modSp add mod modNotesTx">
        <pc:chgData name="Alex Lu" userId="4fb11abd-091b-4498-a086-6cab5411f523" providerId="ADAL" clId="{4BDD7BCB-6C77-4AF5-ACF5-1ADAF4CE1FED}" dt="2026-05-14T19:26:08.656" v="45811" actId="20577"/>
        <pc:sldMkLst>
          <pc:docMk/>
          <pc:sldMk cId="1937503962" sldId="383"/>
        </pc:sldMkLst>
        <pc:spChg chg="mod">
          <ac:chgData name="Alex Lu" userId="4fb11abd-091b-4498-a086-6cab5411f523" providerId="ADAL" clId="{4BDD7BCB-6C77-4AF5-ACF5-1ADAF4CE1FED}" dt="2026-04-29T13:48:11.780" v="5956" actId="1076"/>
          <ac:spMkLst>
            <pc:docMk/>
            <pc:sldMk cId="1937503962" sldId="383"/>
            <ac:spMk id="2" creationId="{966C1761-90EF-5EA1-7680-4F21FA0D7903}"/>
          </ac:spMkLst>
        </pc:spChg>
        <pc:spChg chg="add mod">
          <ac:chgData name="Alex Lu" userId="4fb11abd-091b-4498-a086-6cab5411f523" providerId="ADAL" clId="{4BDD7BCB-6C77-4AF5-ACF5-1ADAF4CE1FED}" dt="2026-04-29T13:26:51.175" v="5293" actId="113"/>
          <ac:spMkLst>
            <pc:docMk/>
            <pc:sldMk cId="1937503962" sldId="383"/>
            <ac:spMk id="8" creationId="{591ECFF3-7E9B-458D-C124-BB6C6DF150AA}"/>
          </ac:spMkLst>
        </pc:spChg>
        <pc:picChg chg="add mod">
          <ac:chgData name="Alex Lu" userId="4fb11abd-091b-4498-a086-6cab5411f523" providerId="ADAL" clId="{4BDD7BCB-6C77-4AF5-ACF5-1ADAF4CE1FED}" dt="2026-04-29T13:48:14.244" v="5963" actId="1076"/>
          <ac:picMkLst>
            <pc:docMk/>
            <pc:sldMk cId="1937503962" sldId="383"/>
            <ac:picMk id="4" creationId="{ED88FD48-CE17-2774-71F8-3E26F52D7AC3}"/>
          </ac:picMkLst>
        </pc:picChg>
        <pc:picChg chg="add mod">
          <ac:chgData name="Alex Lu" userId="4fb11abd-091b-4498-a086-6cab5411f523" providerId="ADAL" clId="{4BDD7BCB-6C77-4AF5-ACF5-1ADAF4CE1FED}" dt="2026-04-29T13:48:24.043" v="5970" actId="1076"/>
          <ac:picMkLst>
            <pc:docMk/>
            <pc:sldMk cId="1937503962" sldId="383"/>
            <ac:picMk id="7" creationId="{DBB33C4B-5463-3450-9233-C7303CEBC2CD}"/>
          </ac:picMkLst>
        </pc:picChg>
      </pc:sldChg>
      <pc:sldChg chg="addSp delSp modSp add mod modAnim modNotesTx">
        <pc:chgData name="Alex Lu" userId="4fb11abd-091b-4498-a086-6cab5411f523" providerId="ADAL" clId="{4BDD7BCB-6C77-4AF5-ACF5-1ADAF4CE1FED}" dt="2026-05-14T01:16:14.973" v="45418" actId="20577"/>
        <pc:sldMkLst>
          <pc:docMk/>
          <pc:sldMk cId="1155082066" sldId="384"/>
        </pc:sldMkLst>
        <pc:spChg chg="mod">
          <ac:chgData name="Alex Lu" userId="4fb11abd-091b-4498-a086-6cab5411f523" providerId="ADAL" clId="{4BDD7BCB-6C77-4AF5-ACF5-1ADAF4CE1FED}" dt="2026-04-29T13:19:54.768" v="5028" actId="1076"/>
          <ac:spMkLst>
            <pc:docMk/>
            <pc:sldMk cId="1155082066" sldId="384"/>
            <ac:spMk id="2" creationId="{AC66EEB0-5467-71B2-1244-32CE889D8BCF}"/>
          </ac:spMkLst>
        </pc:spChg>
        <pc:spChg chg="add mod">
          <ac:chgData name="Alex Lu" userId="4fb11abd-091b-4498-a086-6cab5411f523" providerId="ADAL" clId="{4BDD7BCB-6C77-4AF5-ACF5-1ADAF4CE1FED}" dt="2026-04-29T13:21:54.497" v="5230" actId="1076"/>
          <ac:spMkLst>
            <pc:docMk/>
            <pc:sldMk cId="1155082066" sldId="384"/>
            <ac:spMk id="7" creationId="{FC14BF6F-3CB4-8F84-3F00-919B1A80F31A}"/>
          </ac:spMkLst>
        </pc:spChg>
        <pc:spChg chg="add mod">
          <ac:chgData name="Alex Lu" userId="4fb11abd-091b-4498-a086-6cab5411f523" providerId="ADAL" clId="{4BDD7BCB-6C77-4AF5-ACF5-1ADAF4CE1FED}" dt="2026-04-29T13:21:54.497" v="5230" actId="1076"/>
          <ac:spMkLst>
            <pc:docMk/>
            <pc:sldMk cId="1155082066" sldId="384"/>
            <ac:spMk id="9" creationId="{9D8CD9E8-5595-11DF-62AE-D2FD4EBC7691}"/>
          </ac:spMkLst>
        </pc:spChg>
        <pc:spChg chg="add mod">
          <ac:chgData name="Alex Lu" userId="4fb11abd-091b-4498-a086-6cab5411f523" providerId="ADAL" clId="{4BDD7BCB-6C77-4AF5-ACF5-1ADAF4CE1FED}" dt="2026-05-14T00:54:57.385" v="45283" actId="20577"/>
          <ac:spMkLst>
            <pc:docMk/>
            <pc:sldMk cId="1155082066" sldId="384"/>
            <ac:spMk id="11" creationId="{AE316E63-C946-910D-E399-0140091926FD}"/>
          </ac:spMkLst>
        </pc:spChg>
        <pc:spChg chg="add mod">
          <ac:chgData name="Alex Lu" userId="4fb11abd-091b-4498-a086-6cab5411f523" providerId="ADAL" clId="{4BDD7BCB-6C77-4AF5-ACF5-1ADAF4CE1FED}" dt="2026-04-29T13:25:26.774" v="5285" actId="1076"/>
          <ac:spMkLst>
            <pc:docMk/>
            <pc:sldMk cId="1155082066" sldId="384"/>
            <ac:spMk id="13" creationId="{B6D19735-0AA2-505A-559B-53B863DDACC5}"/>
          </ac:spMkLst>
        </pc:spChg>
        <pc:picChg chg="add mod">
          <ac:chgData name="Alex Lu" userId="4fb11abd-091b-4498-a086-6cab5411f523" providerId="ADAL" clId="{4BDD7BCB-6C77-4AF5-ACF5-1ADAF4CE1FED}" dt="2026-04-29T13:21:54.497" v="5230" actId="1076"/>
          <ac:picMkLst>
            <pc:docMk/>
            <pc:sldMk cId="1155082066" sldId="384"/>
            <ac:picMk id="4" creationId="{F35500DF-15E6-A2C0-838C-5EF5D3A2385F}"/>
          </ac:picMkLst>
        </pc:picChg>
        <pc:picChg chg="add mod">
          <ac:chgData name="Alex Lu" userId="4fb11abd-091b-4498-a086-6cab5411f523" providerId="ADAL" clId="{4BDD7BCB-6C77-4AF5-ACF5-1ADAF4CE1FED}" dt="2026-04-29T13:25:17.389" v="5284" actId="1076"/>
          <ac:picMkLst>
            <pc:docMk/>
            <pc:sldMk cId="1155082066" sldId="384"/>
            <ac:picMk id="15" creationId="{BFD97BB9-EC40-05A8-E16D-BAD05CCDDF41}"/>
          </ac:picMkLst>
        </pc:picChg>
      </pc:sldChg>
      <pc:sldChg chg="addSp delSp modSp add mod modAnim modNotesTx">
        <pc:chgData name="Alex Lu" userId="4fb11abd-091b-4498-a086-6cab5411f523" providerId="ADAL" clId="{4BDD7BCB-6C77-4AF5-ACF5-1ADAF4CE1FED}" dt="2026-05-14T01:16:24.099" v="45430" actId="20577"/>
        <pc:sldMkLst>
          <pc:docMk/>
          <pc:sldMk cId="2488302981" sldId="385"/>
        </pc:sldMkLst>
        <pc:spChg chg="mod">
          <ac:chgData name="Alex Lu" userId="4fb11abd-091b-4498-a086-6cab5411f523" providerId="ADAL" clId="{4BDD7BCB-6C77-4AF5-ACF5-1ADAF4CE1FED}" dt="2026-04-29T13:31:44.671" v="5475" actId="1076"/>
          <ac:spMkLst>
            <pc:docMk/>
            <pc:sldMk cId="2488302981" sldId="385"/>
            <ac:spMk id="2" creationId="{B8B860D3-3089-DAA4-F4CE-6E1AC7133E8F}"/>
          </ac:spMkLst>
        </pc:spChg>
        <pc:spChg chg="add mod">
          <ac:chgData name="Alex Lu" userId="4fb11abd-091b-4498-a086-6cab5411f523" providerId="ADAL" clId="{4BDD7BCB-6C77-4AF5-ACF5-1ADAF4CE1FED}" dt="2026-04-29T13:33:53.436" v="5502" actId="20577"/>
          <ac:spMkLst>
            <pc:docMk/>
            <pc:sldMk cId="2488302981" sldId="385"/>
            <ac:spMk id="5" creationId="{4105BAA1-A024-0FE9-6F59-74051CC7934B}"/>
          </ac:spMkLst>
        </pc:spChg>
        <pc:spChg chg="add mod">
          <ac:chgData name="Alex Lu" userId="4fb11abd-091b-4498-a086-6cab5411f523" providerId="ADAL" clId="{4BDD7BCB-6C77-4AF5-ACF5-1ADAF4CE1FED}" dt="2026-04-29T13:34:01.545" v="5503" actId="1076"/>
          <ac:spMkLst>
            <pc:docMk/>
            <pc:sldMk cId="2488302981" sldId="385"/>
            <ac:spMk id="8" creationId="{80F81AC3-1E75-5CA2-745A-0C9A86142F55}"/>
          </ac:spMkLst>
        </pc:spChg>
        <pc:spChg chg="add mod">
          <ac:chgData name="Alex Lu" userId="4fb11abd-091b-4498-a086-6cab5411f523" providerId="ADAL" clId="{4BDD7BCB-6C77-4AF5-ACF5-1ADAF4CE1FED}" dt="2026-04-29T13:34:31.782" v="5583" actId="1076"/>
          <ac:spMkLst>
            <pc:docMk/>
            <pc:sldMk cId="2488302981" sldId="385"/>
            <ac:spMk id="9" creationId="{0DE3E10A-8B3A-0C6E-C687-B87809515A19}"/>
          </ac:spMkLst>
        </pc:spChg>
        <pc:picChg chg="add mod">
          <ac:chgData name="Alex Lu" userId="4fb11abd-091b-4498-a086-6cab5411f523" providerId="ADAL" clId="{4BDD7BCB-6C77-4AF5-ACF5-1ADAF4CE1FED}" dt="2026-04-29T13:31:50.366" v="5477" actId="1076"/>
          <ac:picMkLst>
            <pc:docMk/>
            <pc:sldMk cId="2488302981" sldId="385"/>
            <ac:picMk id="3" creationId="{0438E4B1-733D-2E9A-9101-856656561715}"/>
          </ac:picMkLst>
        </pc:picChg>
      </pc:sldChg>
      <pc:sldChg chg="addSp delSp modSp add mod modAnim modNotesTx">
        <pc:chgData name="Alex Lu" userId="4fb11abd-091b-4498-a086-6cab5411f523" providerId="ADAL" clId="{4BDD7BCB-6C77-4AF5-ACF5-1ADAF4CE1FED}" dt="2026-05-14T01:38:38.268" v="45596" actId="20577"/>
        <pc:sldMkLst>
          <pc:docMk/>
          <pc:sldMk cId="2439181507" sldId="386"/>
        </pc:sldMkLst>
        <pc:spChg chg="mod">
          <ac:chgData name="Alex Lu" userId="4fb11abd-091b-4498-a086-6cab5411f523" providerId="ADAL" clId="{4BDD7BCB-6C77-4AF5-ACF5-1ADAF4CE1FED}" dt="2026-04-23T18:01:23.817" v="102"/>
          <ac:spMkLst>
            <pc:docMk/>
            <pc:sldMk cId="2439181507" sldId="386"/>
            <ac:spMk id="2" creationId="{D37B6C23-846F-C437-2B62-BDC88CFDB810}"/>
          </ac:spMkLst>
        </pc:spChg>
        <pc:spChg chg="add mod">
          <ac:chgData name="Alex Lu" userId="4fb11abd-091b-4498-a086-6cab5411f523" providerId="ADAL" clId="{4BDD7BCB-6C77-4AF5-ACF5-1ADAF4CE1FED}" dt="2026-04-29T13:43:12.011" v="5921" actId="207"/>
          <ac:spMkLst>
            <pc:docMk/>
            <pc:sldMk cId="2439181507" sldId="386"/>
            <ac:spMk id="5" creationId="{012BC922-B0BA-77D4-4062-F29018688AEE}"/>
          </ac:spMkLst>
        </pc:spChg>
        <pc:spChg chg="add mod">
          <ac:chgData name="Alex Lu" userId="4fb11abd-091b-4498-a086-6cab5411f523" providerId="ADAL" clId="{4BDD7BCB-6C77-4AF5-ACF5-1ADAF4CE1FED}" dt="2026-05-04T19:24:30.614" v="6047" actId="962"/>
          <ac:spMkLst>
            <pc:docMk/>
            <pc:sldMk cId="2439181507" sldId="386"/>
            <ac:spMk id="7" creationId="{AC403D08-8814-C1BF-F3C6-000E2EA05B66}"/>
          </ac:spMkLst>
        </pc:spChg>
        <pc:spChg chg="add mod">
          <ac:chgData name="Alex Lu" userId="4fb11abd-091b-4498-a086-6cab5411f523" providerId="ADAL" clId="{4BDD7BCB-6C77-4AF5-ACF5-1ADAF4CE1FED}" dt="2026-04-29T13:44:28.185" v="5927" actId="2085"/>
          <ac:spMkLst>
            <pc:docMk/>
            <pc:sldMk cId="2439181507" sldId="386"/>
            <ac:spMk id="8" creationId="{E202C382-35A4-8604-598F-98F47E4D1A29}"/>
          </ac:spMkLst>
        </pc:spChg>
        <pc:spChg chg="add mod">
          <ac:chgData name="Alex Lu" userId="4fb11abd-091b-4498-a086-6cab5411f523" providerId="ADAL" clId="{4BDD7BCB-6C77-4AF5-ACF5-1ADAF4CE1FED}" dt="2026-04-29T13:44:33.904" v="5929" actId="1076"/>
          <ac:spMkLst>
            <pc:docMk/>
            <pc:sldMk cId="2439181507" sldId="386"/>
            <ac:spMk id="10" creationId="{4108AFA2-FE35-283E-C146-29BC0F47ED96}"/>
          </ac:spMkLst>
        </pc:spChg>
        <pc:spChg chg="add mod">
          <ac:chgData name="Alex Lu" userId="4fb11abd-091b-4498-a086-6cab5411f523" providerId="ADAL" clId="{4BDD7BCB-6C77-4AF5-ACF5-1ADAF4CE1FED}" dt="2026-04-29T13:44:39.232" v="5932" actId="14100"/>
          <ac:spMkLst>
            <pc:docMk/>
            <pc:sldMk cId="2439181507" sldId="386"/>
            <ac:spMk id="12" creationId="{152636FB-0950-5FB4-66C0-FA17CA8E1E26}"/>
          </ac:spMkLst>
        </pc:spChg>
        <pc:picChg chg="add mod">
          <ac:chgData name="Alex Lu" userId="4fb11abd-091b-4498-a086-6cab5411f523" providerId="ADAL" clId="{4BDD7BCB-6C77-4AF5-ACF5-1ADAF4CE1FED}" dt="2026-04-29T13:42:18.480" v="5901" actId="1076"/>
          <ac:picMkLst>
            <pc:docMk/>
            <pc:sldMk cId="2439181507" sldId="386"/>
            <ac:picMk id="4" creationId="{338E8361-C5CA-DB4D-2F64-D69807774081}"/>
          </ac:picMkLst>
        </pc:picChg>
      </pc:sldChg>
      <pc:sldChg chg="modSp add mod modShow modNotesTx">
        <pc:chgData name="Alex Lu" userId="4fb11abd-091b-4498-a086-6cab5411f523" providerId="ADAL" clId="{4BDD7BCB-6C77-4AF5-ACF5-1ADAF4CE1FED}" dt="2026-05-14T01:38:52.005" v="45597" actId="20577"/>
        <pc:sldMkLst>
          <pc:docMk/>
          <pc:sldMk cId="4066876121" sldId="387"/>
        </pc:sldMkLst>
        <pc:spChg chg="mod">
          <ac:chgData name="Alex Lu" userId="4fb11abd-091b-4498-a086-6cab5411f523" providerId="ADAL" clId="{4BDD7BCB-6C77-4AF5-ACF5-1ADAF4CE1FED}" dt="2026-04-23T18:05:09.162" v="304" actId="403"/>
          <ac:spMkLst>
            <pc:docMk/>
            <pc:sldMk cId="4066876121" sldId="387"/>
            <ac:spMk id="414" creationId="{1467B54B-54D5-8A0C-76AF-2CF3EA3A5659}"/>
          </ac:spMkLst>
        </pc:spChg>
      </pc:sldChg>
      <pc:sldChg chg="addSp delSp modSp add mod modNotesTx">
        <pc:chgData name="Alex Lu" userId="4fb11abd-091b-4498-a086-6cab5411f523" providerId="ADAL" clId="{4BDD7BCB-6C77-4AF5-ACF5-1ADAF4CE1FED}" dt="2026-05-14T01:19:31.811" v="45461" actId="20577"/>
        <pc:sldMkLst>
          <pc:docMk/>
          <pc:sldMk cId="1780456262" sldId="388"/>
        </pc:sldMkLst>
        <pc:spChg chg="mod">
          <ac:chgData name="Alex Lu" userId="4fb11abd-091b-4498-a086-6cab5411f523" providerId="ADAL" clId="{4BDD7BCB-6C77-4AF5-ACF5-1ADAF4CE1FED}" dt="2026-04-29T14:41:04.025" v="6040" actId="1076"/>
          <ac:spMkLst>
            <pc:docMk/>
            <pc:sldMk cId="1780456262" sldId="388"/>
            <ac:spMk id="2" creationId="{84D5D0BA-5FD8-32F2-00FD-BFD53D3900E2}"/>
          </ac:spMkLst>
        </pc:spChg>
        <pc:spChg chg="add mod">
          <ac:chgData name="Alex Lu" userId="4fb11abd-091b-4498-a086-6cab5411f523" providerId="ADAL" clId="{4BDD7BCB-6C77-4AF5-ACF5-1ADAF4CE1FED}" dt="2026-04-23T18:30:59.848" v="497" actId="1076"/>
          <ac:spMkLst>
            <pc:docMk/>
            <pc:sldMk cId="1780456262" sldId="388"/>
            <ac:spMk id="4" creationId="{D0A1DCBB-8E07-7E1B-3CFB-CCDF5E29B48E}"/>
          </ac:spMkLst>
        </pc:spChg>
        <pc:spChg chg="add mod">
          <ac:chgData name="Alex Lu" userId="4fb11abd-091b-4498-a086-6cab5411f523" providerId="ADAL" clId="{4BDD7BCB-6C77-4AF5-ACF5-1ADAF4CE1FED}" dt="2026-04-23T18:31:39.081" v="582" actId="1076"/>
          <ac:spMkLst>
            <pc:docMk/>
            <pc:sldMk cId="1780456262" sldId="388"/>
            <ac:spMk id="5" creationId="{4F59AAFC-4418-9A06-FEF7-BDEE275804E0}"/>
          </ac:spMkLst>
        </pc:spChg>
        <pc:picChg chg="add mod">
          <ac:chgData name="Alex Lu" userId="4fb11abd-091b-4498-a086-6cab5411f523" providerId="ADAL" clId="{4BDD7BCB-6C77-4AF5-ACF5-1ADAF4CE1FED}" dt="2026-04-29T14:41:17.496" v="6041" actId="1076"/>
          <ac:picMkLst>
            <pc:docMk/>
            <pc:sldMk cId="1780456262" sldId="388"/>
            <ac:picMk id="8" creationId="{8F58EE23-8C10-2C23-E029-96BEDBCA663A}"/>
          </ac:picMkLst>
        </pc:picChg>
      </pc:sldChg>
      <pc:sldChg chg="addSp delSp modSp add mod delAnim modAnim modNotesTx">
        <pc:chgData name="Alex Lu" userId="4fb11abd-091b-4498-a086-6cab5411f523" providerId="ADAL" clId="{4BDD7BCB-6C77-4AF5-ACF5-1ADAF4CE1FED}" dt="2026-05-14T01:21:18.649" v="45518" actId="20577"/>
        <pc:sldMkLst>
          <pc:docMk/>
          <pc:sldMk cId="1638305027" sldId="389"/>
        </pc:sldMkLst>
        <pc:spChg chg="mod">
          <ac:chgData name="Alex Lu" userId="4fb11abd-091b-4498-a086-6cab5411f523" providerId="ADAL" clId="{4BDD7BCB-6C77-4AF5-ACF5-1ADAF4CE1FED}" dt="2026-05-05T15:52:20.777" v="6474" actId="20577"/>
          <ac:spMkLst>
            <pc:docMk/>
            <pc:sldMk cId="1638305027" sldId="389"/>
            <ac:spMk id="2" creationId="{5CAED534-2EAF-780E-28ED-393EA83FBFA1}"/>
          </ac:spMkLst>
        </pc:spChg>
        <pc:spChg chg="add mod">
          <ac:chgData name="Alex Lu" userId="4fb11abd-091b-4498-a086-6cab5411f523" providerId="ADAL" clId="{4BDD7BCB-6C77-4AF5-ACF5-1ADAF4CE1FED}" dt="2026-05-04T19:54:12.868" v="6217" actId="1076"/>
          <ac:spMkLst>
            <pc:docMk/>
            <pc:sldMk cId="1638305027" sldId="389"/>
            <ac:spMk id="5" creationId="{D68E8194-3C52-2442-3612-0E252F5F2AFF}"/>
          </ac:spMkLst>
        </pc:spChg>
        <pc:spChg chg="add mod">
          <ac:chgData name="Alex Lu" userId="4fb11abd-091b-4498-a086-6cab5411f523" providerId="ADAL" clId="{4BDD7BCB-6C77-4AF5-ACF5-1ADAF4CE1FED}" dt="2026-05-04T19:54:12.868" v="6217" actId="1076"/>
          <ac:spMkLst>
            <pc:docMk/>
            <pc:sldMk cId="1638305027" sldId="389"/>
            <ac:spMk id="11" creationId="{A119B8AB-52CA-9C1A-B335-63CDA04F47BE}"/>
          </ac:spMkLst>
        </pc:spChg>
        <pc:spChg chg="add mod">
          <ac:chgData name="Alex Lu" userId="4fb11abd-091b-4498-a086-6cab5411f523" providerId="ADAL" clId="{4BDD7BCB-6C77-4AF5-ACF5-1ADAF4CE1FED}" dt="2026-05-04T19:54:12.868" v="6217" actId="1076"/>
          <ac:spMkLst>
            <pc:docMk/>
            <pc:sldMk cId="1638305027" sldId="389"/>
            <ac:spMk id="14" creationId="{692D77EA-27FE-E1FF-C851-3D9C38F37ECB}"/>
          </ac:spMkLst>
        </pc:spChg>
        <pc:spChg chg="add mod">
          <ac:chgData name="Alex Lu" userId="4fb11abd-091b-4498-a086-6cab5411f523" providerId="ADAL" clId="{4BDD7BCB-6C77-4AF5-ACF5-1ADAF4CE1FED}" dt="2026-05-04T19:56:13.067" v="6276" actId="1076"/>
          <ac:spMkLst>
            <pc:docMk/>
            <pc:sldMk cId="1638305027" sldId="389"/>
            <ac:spMk id="43" creationId="{C1BDA1E7-003F-BCC7-1AA3-E0C422428BE4}"/>
          </ac:spMkLst>
        </pc:spChg>
        <pc:spChg chg="add mod">
          <ac:chgData name="Alex Lu" userId="4fb11abd-091b-4498-a086-6cab5411f523" providerId="ADAL" clId="{4BDD7BCB-6C77-4AF5-ACF5-1ADAF4CE1FED}" dt="2026-05-04T19:56:22.232" v="6289" actId="1076"/>
          <ac:spMkLst>
            <pc:docMk/>
            <pc:sldMk cId="1638305027" sldId="389"/>
            <ac:spMk id="44" creationId="{46E2F4F5-7BE3-8DBB-5D4E-A4234004ABD1}"/>
          </ac:spMkLst>
        </pc:spChg>
        <pc:spChg chg="add mod">
          <ac:chgData name="Alex Lu" userId="4fb11abd-091b-4498-a086-6cab5411f523" providerId="ADAL" clId="{4BDD7BCB-6C77-4AF5-ACF5-1ADAF4CE1FED}" dt="2026-05-04T19:56:52.882" v="6341" actId="1076"/>
          <ac:spMkLst>
            <pc:docMk/>
            <pc:sldMk cId="1638305027" sldId="389"/>
            <ac:spMk id="46" creationId="{764A0BC3-F84B-AD67-4DC4-14AEB03E10F4}"/>
          </ac:spMkLst>
        </pc:spChg>
        <pc:spChg chg="add mod">
          <ac:chgData name="Alex Lu" userId="4fb11abd-091b-4498-a086-6cab5411f523" providerId="ADAL" clId="{4BDD7BCB-6C77-4AF5-ACF5-1ADAF4CE1FED}" dt="2026-05-04T19:58:08.797" v="6443" actId="20577"/>
          <ac:spMkLst>
            <pc:docMk/>
            <pc:sldMk cId="1638305027" sldId="389"/>
            <ac:spMk id="48" creationId="{30E12896-0C5E-B69B-C7E5-EA77B51E4181}"/>
          </ac:spMkLst>
        </pc:spChg>
        <pc:spChg chg="add mod">
          <ac:chgData name="Alex Lu" userId="4fb11abd-091b-4498-a086-6cab5411f523" providerId="ADAL" clId="{4BDD7BCB-6C77-4AF5-ACF5-1ADAF4CE1FED}" dt="2026-05-04T19:59:20.829" v="6454" actId="1076"/>
          <ac:spMkLst>
            <pc:docMk/>
            <pc:sldMk cId="1638305027" sldId="389"/>
            <ac:spMk id="49" creationId="{66ED5166-A55A-DB39-FBD3-2E4742AB31D7}"/>
          </ac:spMkLst>
        </pc:spChg>
        <pc:picChg chg="add mod">
          <ac:chgData name="Alex Lu" userId="4fb11abd-091b-4498-a086-6cab5411f523" providerId="ADAL" clId="{4BDD7BCB-6C77-4AF5-ACF5-1ADAF4CE1FED}" dt="2026-05-04T19:54:12.868" v="6217" actId="1076"/>
          <ac:picMkLst>
            <pc:docMk/>
            <pc:sldMk cId="1638305027" sldId="389"/>
            <ac:picMk id="35" creationId="{8075D1B9-9278-2EE3-6A53-9CA553186FEC}"/>
          </ac:picMkLst>
        </pc:picChg>
        <pc:picChg chg="add mod">
          <ac:chgData name="Alex Lu" userId="4fb11abd-091b-4498-a086-6cab5411f523" providerId="ADAL" clId="{4BDD7BCB-6C77-4AF5-ACF5-1ADAF4CE1FED}" dt="2026-05-04T19:54:12.868" v="6217" actId="1076"/>
          <ac:picMkLst>
            <pc:docMk/>
            <pc:sldMk cId="1638305027" sldId="389"/>
            <ac:picMk id="37" creationId="{6AC01A5E-565A-37B8-BFBD-0F988D9D555D}"/>
          </ac:picMkLst>
        </pc:picChg>
        <pc:picChg chg="add mod">
          <ac:chgData name="Alex Lu" userId="4fb11abd-091b-4498-a086-6cab5411f523" providerId="ADAL" clId="{4BDD7BCB-6C77-4AF5-ACF5-1ADAF4CE1FED}" dt="2026-05-04T19:54:12.868" v="6217" actId="1076"/>
          <ac:picMkLst>
            <pc:docMk/>
            <pc:sldMk cId="1638305027" sldId="389"/>
            <ac:picMk id="39" creationId="{39E8A112-1B21-1CF4-E203-D4F89D1DC4CC}"/>
          </ac:picMkLst>
        </pc:picChg>
        <pc:picChg chg="add mod">
          <ac:chgData name="Alex Lu" userId="4fb11abd-091b-4498-a086-6cab5411f523" providerId="ADAL" clId="{4BDD7BCB-6C77-4AF5-ACF5-1ADAF4CE1FED}" dt="2026-05-04T19:54:12.868" v="6217" actId="1076"/>
          <ac:picMkLst>
            <pc:docMk/>
            <pc:sldMk cId="1638305027" sldId="389"/>
            <ac:picMk id="41" creationId="{4592FB8F-D1CE-A650-9510-D17E3D5A6A09}"/>
          </ac:picMkLst>
        </pc:picChg>
        <pc:cxnChg chg="add mod">
          <ac:chgData name="Alex Lu" userId="4fb11abd-091b-4498-a086-6cab5411f523" providerId="ADAL" clId="{4BDD7BCB-6C77-4AF5-ACF5-1ADAF4CE1FED}" dt="2026-05-04T19:46:07.200" v="6159" actId="13822"/>
          <ac:cxnSpMkLst>
            <pc:docMk/>
            <pc:sldMk cId="1638305027" sldId="389"/>
            <ac:cxnSpMk id="24" creationId="{3C811AAF-F52A-9F09-D41E-562D27425DA9}"/>
          </ac:cxnSpMkLst>
        </pc:cxnChg>
        <pc:cxnChg chg="add mod">
          <ac:chgData name="Alex Lu" userId="4fb11abd-091b-4498-a086-6cab5411f523" providerId="ADAL" clId="{4BDD7BCB-6C77-4AF5-ACF5-1ADAF4CE1FED}" dt="2026-05-04T19:54:12.868" v="6217" actId="1076"/>
          <ac:cxnSpMkLst>
            <pc:docMk/>
            <pc:sldMk cId="1638305027" sldId="389"/>
            <ac:cxnSpMk id="27" creationId="{095B42E0-9A01-6C4B-CBBF-FE5867FEEB02}"/>
          </ac:cxnSpMkLst>
        </pc:cxnChg>
        <pc:cxnChg chg="add mod">
          <ac:chgData name="Alex Lu" userId="4fb11abd-091b-4498-a086-6cab5411f523" providerId="ADAL" clId="{4BDD7BCB-6C77-4AF5-ACF5-1ADAF4CE1FED}" dt="2026-05-04T19:54:12.868" v="6217" actId="1076"/>
          <ac:cxnSpMkLst>
            <pc:docMk/>
            <pc:sldMk cId="1638305027" sldId="389"/>
            <ac:cxnSpMk id="28" creationId="{C048C538-33AD-5088-0999-FDF84792CDE8}"/>
          </ac:cxnSpMkLst>
        </pc:cxnChg>
        <pc:cxnChg chg="add mod">
          <ac:chgData name="Alex Lu" userId="4fb11abd-091b-4498-a086-6cab5411f523" providerId="ADAL" clId="{4BDD7BCB-6C77-4AF5-ACF5-1ADAF4CE1FED}" dt="2026-05-04T19:54:12.868" v="6217" actId="1076"/>
          <ac:cxnSpMkLst>
            <pc:docMk/>
            <pc:sldMk cId="1638305027" sldId="389"/>
            <ac:cxnSpMk id="29" creationId="{E92C84E7-6883-20BF-F25D-EAF439A001BE}"/>
          </ac:cxnSpMkLst>
        </pc:cxnChg>
      </pc:sldChg>
      <pc:sldChg chg="addSp delSp modSp add mod delAnim modAnim modNotesTx">
        <pc:chgData name="Alex Lu" userId="4fb11abd-091b-4498-a086-6cab5411f523" providerId="ADAL" clId="{4BDD7BCB-6C77-4AF5-ACF5-1ADAF4CE1FED}" dt="2026-05-14T00:18:53.193" v="44927" actId="20577"/>
        <pc:sldMkLst>
          <pc:docMk/>
          <pc:sldMk cId="2002244746" sldId="390"/>
        </pc:sldMkLst>
        <pc:spChg chg="mod">
          <ac:chgData name="Alex Lu" userId="4fb11abd-091b-4498-a086-6cab5411f523" providerId="ADAL" clId="{4BDD7BCB-6C77-4AF5-ACF5-1ADAF4CE1FED}" dt="2026-04-23T18:33:07.180" v="763" actId="20577"/>
          <ac:spMkLst>
            <pc:docMk/>
            <pc:sldMk cId="2002244746" sldId="390"/>
            <ac:spMk id="2" creationId="{EA4294AC-40B3-E0F0-AE0C-0EB6DA26A7A1}"/>
          </ac:spMkLst>
        </pc:spChg>
        <pc:spChg chg="add mod">
          <ac:chgData name="Alex Lu" userId="4fb11abd-091b-4498-a086-6cab5411f523" providerId="ADAL" clId="{4BDD7BCB-6C77-4AF5-ACF5-1ADAF4CE1FED}" dt="2026-05-05T15:53:18.572" v="6484"/>
          <ac:spMkLst>
            <pc:docMk/>
            <pc:sldMk cId="2002244746" sldId="390"/>
            <ac:spMk id="19" creationId="{ED2792CE-5A70-BBD7-D5DB-0208346ABB62}"/>
          </ac:spMkLst>
        </pc:spChg>
        <pc:spChg chg="add mod">
          <ac:chgData name="Alex Lu" userId="4fb11abd-091b-4498-a086-6cab5411f523" providerId="ADAL" clId="{4BDD7BCB-6C77-4AF5-ACF5-1ADAF4CE1FED}" dt="2026-05-05T15:53:18.572" v="6484"/>
          <ac:spMkLst>
            <pc:docMk/>
            <pc:sldMk cId="2002244746" sldId="390"/>
            <ac:spMk id="20" creationId="{88FDBDE6-6D65-16C6-478A-0F605D8BE834}"/>
          </ac:spMkLst>
        </pc:spChg>
        <pc:spChg chg="add mod">
          <ac:chgData name="Alex Lu" userId="4fb11abd-091b-4498-a086-6cab5411f523" providerId="ADAL" clId="{4BDD7BCB-6C77-4AF5-ACF5-1ADAF4CE1FED}" dt="2026-05-05T15:53:18.572" v="6484"/>
          <ac:spMkLst>
            <pc:docMk/>
            <pc:sldMk cId="2002244746" sldId="390"/>
            <ac:spMk id="21" creationId="{FD88B85F-D923-3F5A-D634-3AF1BFDC6C9D}"/>
          </ac:spMkLst>
        </pc:spChg>
        <pc:spChg chg="add mod">
          <ac:chgData name="Alex Lu" userId="4fb11abd-091b-4498-a086-6cab5411f523" providerId="ADAL" clId="{4BDD7BCB-6C77-4AF5-ACF5-1ADAF4CE1FED}" dt="2026-05-05T15:53:18.572" v="6484"/>
          <ac:spMkLst>
            <pc:docMk/>
            <pc:sldMk cId="2002244746" sldId="390"/>
            <ac:spMk id="30" creationId="{26C3131D-DA79-D341-CE80-1BDB0A1218AC}"/>
          </ac:spMkLst>
        </pc:spChg>
        <pc:spChg chg="add mod">
          <ac:chgData name="Alex Lu" userId="4fb11abd-091b-4498-a086-6cab5411f523" providerId="ADAL" clId="{4BDD7BCB-6C77-4AF5-ACF5-1ADAF4CE1FED}" dt="2026-05-05T15:53:18.572" v="6484"/>
          <ac:spMkLst>
            <pc:docMk/>
            <pc:sldMk cId="2002244746" sldId="390"/>
            <ac:spMk id="31" creationId="{F7328BEA-886F-755A-A9E7-2792766F4B46}"/>
          </ac:spMkLst>
        </pc:spChg>
        <pc:spChg chg="add mod">
          <ac:chgData name="Alex Lu" userId="4fb11abd-091b-4498-a086-6cab5411f523" providerId="ADAL" clId="{4BDD7BCB-6C77-4AF5-ACF5-1ADAF4CE1FED}" dt="2026-05-05T15:53:18.572" v="6484"/>
          <ac:spMkLst>
            <pc:docMk/>
            <pc:sldMk cId="2002244746" sldId="390"/>
            <ac:spMk id="34" creationId="{C5DD8F16-16F8-AB10-0219-BE19D77980CC}"/>
          </ac:spMkLst>
        </pc:spChg>
        <pc:spChg chg="add mod">
          <ac:chgData name="Alex Lu" userId="4fb11abd-091b-4498-a086-6cab5411f523" providerId="ADAL" clId="{4BDD7BCB-6C77-4AF5-ACF5-1ADAF4CE1FED}" dt="2026-05-05T15:55:12.877" v="6599" actId="1076"/>
          <ac:spMkLst>
            <pc:docMk/>
            <pc:sldMk cId="2002244746" sldId="390"/>
            <ac:spMk id="35" creationId="{9AB60CA6-9E7F-C9A0-3537-54E976545AA9}"/>
          </ac:spMkLst>
        </pc:spChg>
        <pc:spChg chg="add mod">
          <ac:chgData name="Alex Lu" userId="4fb11abd-091b-4498-a086-6cab5411f523" providerId="ADAL" clId="{4BDD7BCB-6C77-4AF5-ACF5-1ADAF4CE1FED}" dt="2026-05-05T15:55:20.347" v="6603" actId="1076"/>
          <ac:spMkLst>
            <pc:docMk/>
            <pc:sldMk cId="2002244746" sldId="390"/>
            <ac:spMk id="39" creationId="{6E0C7691-E83A-0D43-299E-A0481786C510}"/>
          </ac:spMkLst>
        </pc:spChg>
        <pc:spChg chg="add mod">
          <ac:chgData name="Alex Lu" userId="4fb11abd-091b-4498-a086-6cab5411f523" providerId="ADAL" clId="{4BDD7BCB-6C77-4AF5-ACF5-1ADAF4CE1FED}" dt="2026-05-05T15:55:42.188" v="6618" actId="20577"/>
          <ac:spMkLst>
            <pc:docMk/>
            <pc:sldMk cId="2002244746" sldId="390"/>
            <ac:spMk id="43" creationId="{FCC566E4-33B8-E45A-2D54-01E95F60E380}"/>
          </ac:spMkLst>
        </pc:spChg>
        <pc:spChg chg="add mod">
          <ac:chgData name="Alex Lu" userId="4fb11abd-091b-4498-a086-6cab5411f523" providerId="ADAL" clId="{4BDD7BCB-6C77-4AF5-ACF5-1ADAF4CE1FED}" dt="2026-05-05T15:55:55.305" v="6650" actId="1076"/>
          <ac:spMkLst>
            <pc:docMk/>
            <pc:sldMk cId="2002244746" sldId="390"/>
            <ac:spMk id="47" creationId="{18FF31F0-9DE0-D257-2E7A-24644F598E1C}"/>
          </ac:spMkLst>
        </pc:spChg>
        <pc:spChg chg="add mod">
          <ac:chgData name="Alex Lu" userId="4fb11abd-091b-4498-a086-6cab5411f523" providerId="ADAL" clId="{4BDD7BCB-6C77-4AF5-ACF5-1ADAF4CE1FED}" dt="2026-05-05T15:56:04.020" v="6658" actId="1076"/>
          <ac:spMkLst>
            <pc:docMk/>
            <pc:sldMk cId="2002244746" sldId="390"/>
            <ac:spMk id="49" creationId="{6CE2B15B-4702-D4FC-AFE6-D9A4A3098928}"/>
          </ac:spMkLst>
        </pc:spChg>
        <pc:spChg chg="add mod">
          <ac:chgData name="Alex Lu" userId="4fb11abd-091b-4498-a086-6cab5411f523" providerId="ADAL" clId="{4BDD7BCB-6C77-4AF5-ACF5-1ADAF4CE1FED}" dt="2026-05-05T15:56:43.465" v="6669" actId="1037"/>
          <ac:spMkLst>
            <pc:docMk/>
            <pc:sldMk cId="2002244746" sldId="390"/>
            <ac:spMk id="51" creationId="{AA20ABDA-454C-6ADA-A896-9E00B9FBCF2F}"/>
          </ac:spMkLst>
        </pc:spChg>
        <pc:spChg chg="add mod">
          <ac:chgData name="Alex Lu" userId="4fb11abd-091b-4498-a086-6cab5411f523" providerId="ADAL" clId="{4BDD7BCB-6C77-4AF5-ACF5-1ADAF4CE1FED}" dt="2026-05-05T15:56:43.465" v="6669" actId="1037"/>
          <ac:spMkLst>
            <pc:docMk/>
            <pc:sldMk cId="2002244746" sldId="390"/>
            <ac:spMk id="53" creationId="{DD310504-F860-BCBB-3F54-07111D8E16DD}"/>
          </ac:spMkLst>
        </pc:spChg>
        <pc:spChg chg="add mod">
          <ac:chgData name="Alex Lu" userId="4fb11abd-091b-4498-a086-6cab5411f523" providerId="ADAL" clId="{4BDD7BCB-6C77-4AF5-ACF5-1ADAF4CE1FED}" dt="2026-05-05T15:56:43.465" v="6669" actId="1037"/>
          <ac:spMkLst>
            <pc:docMk/>
            <pc:sldMk cId="2002244746" sldId="390"/>
            <ac:spMk id="55" creationId="{18E312DB-42D5-B83A-5B96-E3C0B1A29351}"/>
          </ac:spMkLst>
        </pc:spChg>
        <pc:spChg chg="add mod">
          <ac:chgData name="Alex Lu" userId="4fb11abd-091b-4498-a086-6cab5411f523" providerId="ADAL" clId="{4BDD7BCB-6C77-4AF5-ACF5-1ADAF4CE1FED}" dt="2026-05-05T15:56:43.465" v="6669" actId="1037"/>
          <ac:spMkLst>
            <pc:docMk/>
            <pc:sldMk cId="2002244746" sldId="390"/>
            <ac:spMk id="57" creationId="{8C74B195-70B0-713A-15D4-408024CBB914}"/>
          </ac:spMkLst>
        </pc:spChg>
        <pc:spChg chg="add mod">
          <ac:chgData name="Alex Lu" userId="4fb11abd-091b-4498-a086-6cab5411f523" providerId="ADAL" clId="{4BDD7BCB-6C77-4AF5-ACF5-1ADAF4CE1FED}" dt="2026-05-05T15:56:43.465" v="6669" actId="1037"/>
          <ac:spMkLst>
            <pc:docMk/>
            <pc:sldMk cId="2002244746" sldId="390"/>
            <ac:spMk id="59" creationId="{728903AE-2371-BD65-B8F1-A875F119DD43}"/>
          </ac:spMkLst>
        </pc:spChg>
        <pc:picChg chg="add mod">
          <ac:chgData name="Alex Lu" userId="4fb11abd-091b-4498-a086-6cab5411f523" providerId="ADAL" clId="{4BDD7BCB-6C77-4AF5-ACF5-1ADAF4CE1FED}" dt="2026-05-05T15:53:18.572" v="6484"/>
          <ac:picMkLst>
            <pc:docMk/>
            <pc:sldMk cId="2002244746" sldId="390"/>
            <ac:picMk id="29" creationId="{FC9D20E6-D3F7-2977-D7DB-6553E1FCE0EE}"/>
          </ac:picMkLst>
        </pc:picChg>
        <pc:cxnChg chg="add mod">
          <ac:chgData name="Alex Lu" userId="4fb11abd-091b-4498-a086-6cab5411f523" providerId="ADAL" clId="{4BDD7BCB-6C77-4AF5-ACF5-1ADAF4CE1FED}" dt="2026-05-05T15:56:43.465" v="6669" actId="1037"/>
          <ac:cxnSpMkLst>
            <pc:docMk/>
            <pc:sldMk cId="2002244746" sldId="390"/>
            <ac:cxnSpMk id="61" creationId="{F75419E0-49D9-3DB5-E1A8-1065914D2976}"/>
          </ac:cxnSpMkLst>
        </pc:cxnChg>
        <pc:cxnChg chg="add mod">
          <ac:chgData name="Alex Lu" userId="4fb11abd-091b-4498-a086-6cab5411f523" providerId="ADAL" clId="{4BDD7BCB-6C77-4AF5-ACF5-1ADAF4CE1FED}" dt="2026-05-05T15:56:50.486" v="6671" actId="1076"/>
          <ac:cxnSpMkLst>
            <pc:docMk/>
            <pc:sldMk cId="2002244746" sldId="390"/>
            <ac:cxnSpMk id="62" creationId="{E9D20DF2-D497-DE98-B452-0161A5D9E7F2}"/>
          </ac:cxnSpMkLst>
        </pc:cxnChg>
        <pc:cxnChg chg="add mod">
          <ac:chgData name="Alex Lu" userId="4fb11abd-091b-4498-a086-6cab5411f523" providerId="ADAL" clId="{4BDD7BCB-6C77-4AF5-ACF5-1ADAF4CE1FED}" dt="2026-05-05T15:56:54.322" v="6673" actId="1076"/>
          <ac:cxnSpMkLst>
            <pc:docMk/>
            <pc:sldMk cId="2002244746" sldId="390"/>
            <ac:cxnSpMk id="63" creationId="{A5032C0D-1319-A20F-FDAA-EB9F1060F078}"/>
          </ac:cxnSpMkLst>
        </pc:cxnChg>
      </pc:sldChg>
      <pc:sldChg chg="addSp delSp modSp add mod modAnim modNotesTx">
        <pc:chgData name="Alex Lu" userId="4fb11abd-091b-4498-a086-6cab5411f523" providerId="ADAL" clId="{4BDD7BCB-6C77-4AF5-ACF5-1ADAF4CE1FED}" dt="2026-05-14T01:22:30.889" v="45523" actId="20577"/>
        <pc:sldMkLst>
          <pc:docMk/>
          <pc:sldMk cId="176524970" sldId="391"/>
        </pc:sldMkLst>
        <pc:spChg chg="mod">
          <ac:chgData name="Alex Lu" userId="4fb11abd-091b-4498-a086-6cab5411f523" providerId="ADAL" clId="{4BDD7BCB-6C77-4AF5-ACF5-1ADAF4CE1FED}" dt="2026-05-05T16:48:21.127" v="6686" actId="1076"/>
          <ac:spMkLst>
            <pc:docMk/>
            <pc:sldMk cId="176524970" sldId="391"/>
            <ac:spMk id="2" creationId="{E636E2EF-E0EA-4D38-56B5-7F6C30240799}"/>
          </ac:spMkLst>
        </pc:spChg>
        <pc:spChg chg="add mod">
          <ac:chgData name="Alex Lu" userId="4fb11abd-091b-4498-a086-6cab5411f523" providerId="ADAL" clId="{4BDD7BCB-6C77-4AF5-ACF5-1ADAF4CE1FED}" dt="2026-05-05T19:25:33.525" v="6768" actId="208"/>
          <ac:spMkLst>
            <pc:docMk/>
            <pc:sldMk cId="176524970" sldId="391"/>
            <ac:spMk id="21" creationId="{EDEEBF7A-906A-274B-61B4-E209699CEC15}"/>
          </ac:spMkLst>
        </pc:spChg>
        <pc:spChg chg="add mod">
          <ac:chgData name="Alex Lu" userId="4fb11abd-091b-4498-a086-6cab5411f523" providerId="ADAL" clId="{4BDD7BCB-6C77-4AF5-ACF5-1ADAF4CE1FED}" dt="2026-05-05T19:25:30.009" v="6767" actId="208"/>
          <ac:spMkLst>
            <pc:docMk/>
            <pc:sldMk cId="176524970" sldId="391"/>
            <ac:spMk id="23" creationId="{BD8C2ED3-4816-7998-3584-4496639BF52B}"/>
          </ac:spMkLst>
        </pc:spChg>
        <pc:spChg chg="add mod">
          <ac:chgData name="Alex Lu" userId="4fb11abd-091b-4498-a086-6cab5411f523" providerId="ADAL" clId="{4BDD7BCB-6C77-4AF5-ACF5-1ADAF4CE1FED}" dt="2026-05-05T19:25:50.957" v="6781" actId="1076"/>
          <ac:spMkLst>
            <pc:docMk/>
            <pc:sldMk cId="176524970" sldId="391"/>
            <ac:spMk id="25" creationId="{4F39172E-35E3-1316-FC79-3DFCF088503D}"/>
          </ac:spMkLst>
        </pc:spChg>
        <pc:spChg chg="add mod">
          <ac:chgData name="Alex Lu" userId="4fb11abd-091b-4498-a086-6cab5411f523" providerId="ADAL" clId="{4BDD7BCB-6C77-4AF5-ACF5-1ADAF4CE1FED}" dt="2026-05-05T19:28:29.289" v="6805" actId="1582"/>
          <ac:spMkLst>
            <pc:docMk/>
            <pc:sldMk cId="176524970" sldId="391"/>
            <ac:spMk id="30" creationId="{D5C613F3-6056-699F-77D5-A1C3D0060459}"/>
          </ac:spMkLst>
        </pc:spChg>
        <pc:spChg chg="add mod">
          <ac:chgData name="Alex Lu" userId="4fb11abd-091b-4498-a086-6cab5411f523" providerId="ADAL" clId="{4BDD7BCB-6C77-4AF5-ACF5-1ADAF4CE1FED}" dt="2026-05-05T19:28:33.562" v="6806" actId="1582"/>
          <ac:spMkLst>
            <pc:docMk/>
            <pc:sldMk cId="176524970" sldId="391"/>
            <ac:spMk id="32" creationId="{6FC2690A-991C-47D7-F80F-29874C59D58F}"/>
          </ac:spMkLst>
        </pc:spChg>
        <pc:spChg chg="add mod">
          <ac:chgData name="Alex Lu" userId="4fb11abd-091b-4498-a086-6cab5411f523" providerId="ADAL" clId="{4BDD7BCB-6C77-4AF5-ACF5-1ADAF4CE1FED}" dt="2026-05-05T19:29:23.705" v="6818" actId="208"/>
          <ac:spMkLst>
            <pc:docMk/>
            <pc:sldMk cId="176524970" sldId="391"/>
            <ac:spMk id="33" creationId="{021AAD8C-E31E-9ECC-5CEA-774D6846B5BB}"/>
          </ac:spMkLst>
        </pc:spChg>
        <pc:spChg chg="add mod">
          <ac:chgData name="Alex Lu" userId="4fb11abd-091b-4498-a086-6cab5411f523" providerId="ADAL" clId="{4BDD7BCB-6C77-4AF5-ACF5-1ADAF4CE1FED}" dt="2026-05-05T19:29:19.221" v="6816" actId="208"/>
          <ac:spMkLst>
            <pc:docMk/>
            <pc:sldMk cId="176524970" sldId="391"/>
            <ac:spMk id="37" creationId="{0DD1C94C-FD2D-AA4D-3564-361F70E3A35C}"/>
          </ac:spMkLst>
        </pc:spChg>
        <pc:spChg chg="add mod">
          <ac:chgData name="Alex Lu" userId="4fb11abd-091b-4498-a086-6cab5411f523" providerId="ADAL" clId="{4BDD7BCB-6C77-4AF5-ACF5-1ADAF4CE1FED}" dt="2026-05-05T19:32:45.544" v="6831" actId="1076"/>
          <ac:spMkLst>
            <pc:docMk/>
            <pc:sldMk cId="176524970" sldId="391"/>
            <ac:spMk id="38" creationId="{DE56DB88-75A7-04BD-4E59-9FE21E4BD823}"/>
          </ac:spMkLst>
        </pc:spChg>
        <pc:spChg chg="add mod">
          <ac:chgData name="Alex Lu" userId="4fb11abd-091b-4498-a086-6cab5411f523" providerId="ADAL" clId="{4BDD7BCB-6C77-4AF5-ACF5-1ADAF4CE1FED}" dt="2026-05-05T19:32:40.471" v="6828" actId="1076"/>
          <ac:spMkLst>
            <pc:docMk/>
            <pc:sldMk cId="176524970" sldId="391"/>
            <ac:spMk id="39" creationId="{BB5D27F6-27F3-AA0D-1078-3728C9F1B0DC}"/>
          </ac:spMkLst>
        </pc:spChg>
        <pc:spChg chg="add mod">
          <ac:chgData name="Alex Lu" userId="4fb11abd-091b-4498-a086-6cab5411f523" providerId="ADAL" clId="{4BDD7BCB-6C77-4AF5-ACF5-1ADAF4CE1FED}" dt="2026-05-05T19:32:43.601" v="6830" actId="1076"/>
          <ac:spMkLst>
            <pc:docMk/>
            <pc:sldMk cId="176524970" sldId="391"/>
            <ac:spMk id="40" creationId="{F0348021-551F-4B35-4B79-07F681A78AB3}"/>
          </ac:spMkLst>
        </pc:spChg>
        <pc:spChg chg="add mod">
          <ac:chgData name="Alex Lu" userId="4fb11abd-091b-4498-a086-6cab5411f523" providerId="ADAL" clId="{4BDD7BCB-6C77-4AF5-ACF5-1ADAF4CE1FED}" dt="2026-05-05T19:32:49.763" v="6833" actId="1076"/>
          <ac:spMkLst>
            <pc:docMk/>
            <pc:sldMk cId="176524970" sldId="391"/>
            <ac:spMk id="41" creationId="{984ADF27-A0F3-D196-8F13-C47D08D6C17B}"/>
          </ac:spMkLst>
        </pc:spChg>
        <pc:spChg chg="add mod">
          <ac:chgData name="Alex Lu" userId="4fb11abd-091b-4498-a086-6cab5411f523" providerId="ADAL" clId="{4BDD7BCB-6C77-4AF5-ACF5-1ADAF4CE1FED}" dt="2026-05-05T19:33:10.411" v="6838" actId="1076"/>
          <ac:spMkLst>
            <pc:docMk/>
            <pc:sldMk cId="176524970" sldId="391"/>
            <ac:spMk id="43" creationId="{AE2E9F48-15A5-4353-761C-613347D5C133}"/>
          </ac:spMkLst>
        </pc:spChg>
        <pc:spChg chg="add mod">
          <ac:chgData name="Alex Lu" userId="4fb11abd-091b-4498-a086-6cab5411f523" providerId="ADAL" clId="{4BDD7BCB-6C77-4AF5-ACF5-1ADAF4CE1FED}" dt="2026-05-05T19:33:33.357" v="6859" actId="1076"/>
          <ac:spMkLst>
            <pc:docMk/>
            <pc:sldMk cId="176524970" sldId="391"/>
            <ac:spMk id="45" creationId="{1D47CBA2-6FD2-574A-8015-BA259A6680AE}"/>
          </ac:spMkLst>
        </pc:spChg>
        <pc:spChg chg="add mod">
          <ac:chgData name="Alex Lu" userId="4fb11abd-091b-4498-a086-6cab5411f523" providerId="ADAL" clId="{4BDD7BCB-6C77-4AF5-ACF5-1ADAF4CE1FED}" dt="2026-05-05T19:33:27.497" v="6858" actId="20577"/>
          <ac:spMkLst>
            <pc:docMk/>
            <pc:sldMk cId="176524970" sldId="391"/>
            <ac:spMk id="47" creationId="{7525254D-DB71-5BEC-B5B6-5239C4D6777D}"/>
          </ac:spMkLst>
        </pc:spChg>
        <pc:picChg chg="add mod">
          <ac:chgData name="Alex Lu" userId="4fb11abd-091b-4498-a086-6cab5411f523" providerId="ADAL" clId="{4BDD7BCB-6C77-4AF5-ACF5-1ADAF4CE1FED}" dt="2026-05-05T16:48:05.462" v="6682" actId="1076"/>
          <ac:picMkLst>
            <pc:docMk/>
            <pc:sldMk cId="176524970" sldId="391"/>
            <ac:picMk id="6" creationId="{F8234AD0-3150-7BDC-6F69-08D1049A24F6}"/>
          </ac:picMkLst>
        </pc:picChg>
        <pc:picChg chg="add mod">
          <ac:chgData name="Alex Lu" userId="4fb11abd-091b-4498-a086-6cab5411f523" providerId="ADAL" clId="{4BDD7BCB-6C77-4AF5-ACF5-1ADAF4CE1FED}" dt="2026-05-05T19:23:50.493" v="6750" actId="1076"/>
          <ac:picMkLst>
            <pc:docMk/>
            <pc:sldMk cId="176524970" sldId="391"/>
            <ac:picMk id="8" creationId="{F7E2B2AB-3E1B-A508-D3A0-B24127085612}"/>
          </ac:picMkLst>
        </pc:picChg>
        <pc:picChg chg="add mod modCrop">
          <ac:chgData name="Alex Lu" userId="4fb11abd-091b-4498-a086-6cab5411f523" providerId="ADAL" clId="{4BDD7BCB-6C77-4AF5-ACF5-1ADAF4CE1FED}" dt="2026-05-05T19:23:17.800" v="6742" actId="732"/>
          <ac:picMkLst>
            <pc:docMk/>
            <pc:sldMk cId="176524970" sldId="391"/>
            <ac:picMk id="12" creationId="{DE15A2D7-A6A0-7B71-8159-E1DCBD4F8274}"/>
          </ac:picMkLst>
        </pc:picChg>
        <pc:picChg chg="add mod modCrop">
          <ac:chgData name="Alex Lu" userId="4fb11abd-091b-4498-a086-6cab5411f523" providerId="ADAL" clId="{4BDD7BCB-6C77-4AF5-ACF5-1ADAF4CE1FED}" dt="2026-05-05T19:23:28.461" v="6747" actId="732"/>
          <ac:picMkLst>
            <pc:docMk/>
            <pc:sldMk cId="176524970" sldId="391"/>
            <ac:picMk id="14" creationId="{CCD25161-482C-6EF5-C9B7-C5C46CF251EB}"/>
          </ac:picMkLst>
        </pc:picChg>
        <pc:cxnChg chg="add mod">
          <ac:chgData name="Alex Lu" userId="4fb11abd-091b-4498-a086-6cab5411f523" providerId="ADAL" clId="{4BDD7BCB-6C77-4AF5-ACF5-1ADAF4CE1FED}" dt="2026-05-05T19:23:55.010" v="6751" actId="1076"/>
          <ac:cxnSpMkLst>
            <pc:docMk/>
            <pc:sldMk cId="176524970" sldId="391"/>
            <ac:cxnSpMk id="16" creationId="{763860E1-B1EA-8436-51BF-450DF8BDB391}"/>
          </ac:cxnSpMkLst>
        </pc:cxnChg>
        <pc:cxnChg chg="add mod">
          <ac:chgData name="Alex Lu" userId="4fb11abd-091b-4498-a086-6cab5411f523" providerId="ADAL" clId="{4BDD7BCB-6C77-4AF5-ACF5-1ADAF4CE1FED}" dt="2026-05-05T19:24:09.410" v="6752" actId="1076"/>
          <ac:cxnSpMkLst>
            <pc:docMk/>
            <pc:sldMk cId="176524970" sldId="391"/>
            <ac:cxnSpMk id="18" creationId="{42C9FBDE-037B-D17F-C9E2-72EF4143B518}"/>
          </ac:cxnSpMkLst>
        </pc:cxnChg>
        <pc:cxnChg chg="add mod">
          <ac:chgData name="Alex Lu" userId="4fb11abd-091b-4498-a086-6cab5411f523" providerId="ADAL" clId="{4BDD7BCB-6C77-4AF5-ACF5-1ADAF4CE1FED}" dt="2026-05-05T19:24:46.476" v="6756" actId="1076"/>
          <ac:cxnSpMkLst>
            <pc:docMk/>
            <pc:sldMk cId="176524970" sldId="391"/>
            <ac:cxnSpMk id="19" creationId="{0CCC69C6-83F7-D07D-6545-93F744A0C016}"/>
          </ac:cxnSpMkLst>
        </pc:cxnChg>
        <pc:cxnChg chg="add mod">
          <ac:chgData name="Alex Lu" userId="4fb11abd-091b-4498-a086-6cab5411f523" providerId="ADAL" clId="{4BDD7BCB-6C77-4AF5-ACF5-1ADAF4CE1FED}" dt="2026-05-05T19:24:46.476" v="6756" actId="1076"/>
          <ac:cxnSpMkLst>
            <pc:docMk/>
            <pc:sldMk cId="176524970" sldId="391"/>
            <ac:cxnSpMk id="20" creationId="{FC755934-C2B9-9B32-1DCA-1D06FCBD45DA}"/>
          </ac:cxnSpMkLst>
        </pc:cxnChg>
        <pc:cxnChg chg="add mod">
          <ac:chgData name="Alex Lu" userId="4fb11abd-091b-4498-a086-6cab5411f523" providerId="ADAL" clId="{4BDD7BCB-6C77-4AF5-ACF5-1ADAF4CE1FED}" dt="2026-05-05T19:26:51.191" v="6784" actId="13822"/>
          <ac:cxnSpMkLst>
            <pc:docMk/>
            <pc:sldMk cId="176524970" sldId="391"/>
            <ac:cxnSpMk id="27" creationId="{34B2C110-5F04-A434-7CF8-F6C7EB239CE5}"/>
          </ac:cxnSpMkLst>
        </pc:cxnChg>
        <pc:cxnChg chg="add mod">
          <ac:chgData name="Alex Lu" userId="4fb11abd-091b-4498-a086-6cab5411f523" providerId="ADAL" clId="{4BDD7BCB-6C77-4AF5-ACF5-1ADAF4CE1FED}" dt="2026-05-05T19:26:56.274" v="6787" actId="1076"/>
          <ac:cxnSpMkLst>
            <pc:docMk/>
            <pc:sldMk cId="176524970" sldId="391"/>
            <ac:cxnSpMk id="28" creationId="{DF0C1A84-6E2B-E1AD-8E2A-BA54B6A91A7D}"/>
          </ac:cxnSpMkLst>
        </pc:cxnChg>
        <pc:cxnChg chg="add mod">
          <ac:chgData name="Alex Lu" userId="4fb11abd-091b-4498-a086-6cab5411f523" providerId="ADAL" clId="{4BDD7BCB-6C77-4AF5-ACF5-1ADAF4CE1FED}" dt="2026-05-05T19:33:43.303" v="6862" actId="14100"/>
          <ac:cxnSpMkLst>
            <pc:docMk/>
            <pc:sldMk cId="176524970" sldId="391"/>
            <ac:cxnSpMk id="49" creationId="{BE68FD53-B394-5E65-815B-37C21F118CF2}"/>
          </ac:cxnSpMkLst>
        </pc:cxnChg>
        <pc:cxnChg chg="add mod">
          <ac:chgData name="Alex Lu" userId="4fb11abd-091b-4498-a086-6cab5411f523" providerId="ADAL" clId="{4BDD7BCB-6C77-4AF5-ACF5-1ADAF4CE1FED}" dt="2026-05-05T19:33:49.986" v="6866" actId="1076"/>
          <ac:cxnSpMkLst>
            <pc:docMk/>
            <pc:sldMk cId="176524970" sldId="391"/>
            <ac:cxnSpMk id="51" creationId="{089333E8-7C80-1AC8-85DD-D0E6223956FF}"/>
          </ac:cxnSpMkLst>
        </pc:cxnChg>
        <pc:cxnChg chg="add mod">
          <ac:chgData name="Alex Lu" userId="4fb11abd-091b-4498-a086-6cab5411f523" providerId="ADAL" clId="{4BDD7BCB-6C77-4AF5-ACF5-1ADAF4CE1FED}" dt="2026-05-05T19:34:16.909" v="6873" actId="14100"/>
          <ac:cxnSpMkLst>
            <pc:docMk/>
            <pc:sldMk cId="176524970" sldId="391"/>
            <ac:cxnSpMk id="53" creationId="{8D4EDCB1-A8B7-47E9-D67C-92A2832B0C43}"/>
          </ac:cxnSpMkLst>
        </pc:cxnChg>
      </pc:sldChg>
      <pc:sldChg chg="addSp delSp modSp add mod modNotesTx">
        <pc:chgData name="Alex Lu" userId="4fb11abd-091b-4498-a086-6cab5411f523" providerId="ADAL" clId="{4BDD7BCB-6C77-4AF5-ACF5-1ADAF4CE1FED}" dt="2026-05-14T00:23:54.858" v="44930" actId="20577"/>
        <pc:sldMkLst>
          <pc:docMk/>
          <pc:sldMk cId="4213789665" sldId="392"/>
        </pc:sldMkLst>
        <pc:spChg chg="mod">
          <ac:chgData name="Alex Lu" userId="4fb11abd-091b-4498-a086-6cab5411f523" providerId="ADAL" clId="{4BDD7BCB-6C77-4AF5-ACF5-1ADAF4CE1FED}" dt="2026-04-23T19:49:52.196" v="1127" actId="404"/>
          <ac:spMkLst>
            <pc:docMk/>
            <pc:sldMk cId="4213789665" sldId="392"/>
            <ac:spMk id="2" creationId="{3B565F10-727F-A22A-1A43-AAFE12F5438A}"/>
          </ac:spMkLst>
        </pc:spChg>
        <pc:spChg chg="add mod">
          <ac:chgData name="Alex Lu" userId="4fb11abd-091b-4498-a086-6cab5411f523" providerId="ADAL" clId="{4BDD7BCB-6C77-4AF5-ACF5-1ADAF4CE1FED}" dt="2026-04-28T15:21:19.884" v="4584" actId="20577"/>
          <ac:spMkLst>
            <pc:docMk/>
            <pc:sldMk cId="4213789665" sldId="392"/>
            <ac:spMk id="8" creationId="{7041AD6E-29DE-F260-BD97-4C3FB8D51407}"/>
          </ac:spMkLst>
        </pc:spChg>
        <pc:picChg chg="add mod">
          <ac:chgData name="Alex Lu" userId="4fb11abd-091b-4498-a086-6cab5411f523" providerId="ADAL" clId="{4BDD7BCB-6C77-4AF5-ACF5-1ADAF4CE1FED}" dt="2026-05-05T20:29:37.444" v="6893" actId="1076"/>
          <ac:picMkLst>
            <pc:docMk/>
            <pc:sldMk cId="4213789665" sldId="392"/>
            <ac:picMk id="5" creationId="{20B2369C-6821-0F72-F102-56278A78D5F5}"/>
          </ac:picMkLst>
        </pc:picChg>
        <pc:picChg chg="add mod">
          <ac:chgData name="Alex Lu" userId="4fb11abd-091b-4498-a086-6cab5411f523" providerId="ADAL" clId="{4BDD7BCB-6C77-4AF5-ACF5-1ADAF4CE1FED}" dt="2026-04-28T15:21:13.742" v="4553" actId="1076"/>
          <ac:picMkLst>
            <pc:docMk/>
            <pc:sldMk cId="4213789665" sldId="392"/>
            <ac:picMk id="6" creationId="{FA77B025-7FDF-E926-85EE-DCC5DB9B1208}"/>
          </ac:picMkLst>
        </pc:picChg>
        <pc:picChg chg="add mod">
          <ac:chgData name="Alex Lu" userId="4fb11abd-091b-4498-a086-6cab5411f523" providerId="ADAL" clId="{4BDD7BCB-6C77-4AF5-ACF5-1ADAF4CE1FED}" dt="2026-05-05T20:29:54.829" v="6898" actId="962"/>
          <ac:picMkLst>
            <pc:docMk/>
            <pc:sldMk cId="4213789665" sldId="392"/>
            <ac:picMk id="9" creationId="{E4B35C3C-4A96-A796-AB7B-E1987769B86F}"/>
          </ac:picMkLst>
        </pc:picChg>
      </pc:sldChg>
      <pc:sldChg chg="addSp delSp modSp add mod modAnim modNotesTx">
        <pc:chgData name="Alex Lu" userId="4fb11abd-091b-4498-a086-6cab5411f523" providerId="ADAL" clId="{4BDD7BCB-6C77-4AF5-ACF5-1ADAF4CE1FED}" dt="2026-05-13T20:31:11.137" v="34933" actId="21"/>
        <pc:sldMkLst>
          <pc:docMk/>
          <pc:sldMk cId="2602234690" sldId="394"/>
        </pc:sldMkLst>
        <pc:spChg chg="mod">
          <ac:chgData name="Alex Lu" userId="4fb11abd-091b-4498-a086-6cab5411f523" providerId="ADAL" clId="{4BDD7BCB-6C77-4AF5-ACF5-1ADAF4CE1FED}" dt="2026-05-06T14:56:15.920" v="6931" actId="1076"/>
          <ac:spMkLst>
            <pc:docMk/>
            <pc:sldMk cId="2602234690" sldId="394"/>
            <ac:spMk id="2" creationId="{08CB38D1-28B3-2812-48BF-AD53C88CF924}"/>
          </ac:spMkLst>
        </pc:spChg>
        <pc:spChg chg="add mod">
          <ac:chgData name="Alex Lu" userId="4fb11abd-091b-4498-a086-6cab5411f523" providerId="ADAL" clId="{4BDD7BCB-6C77-4AF5-ACF5-1ADAF4CE1FED}" dt="2026-05-06T14:57:55.969" v="7126" actId="1076"/>
          <ac:spMkLst>
            <pc:docMk/>
            <pc:sldMk cId="2602234690" sldId="394"/>
            <ac:spMk id="7" creationId="{861299B0-B1E4-96ED-55CE-861AADF474E0}"/>
          </ac:spMkLst>
        </pc:spChg>
        <pc:spChg chg="add mod">
          <ac:chgData name="Alex Lu" userId="4fb11abd-091b-4498-a086-6cab5411f523" providerId="ADAL" clId="{4BDD7BCB-6C77-4AF5-ACF5-1ADAF4CE1FED}" dt="2026-05-06T14:57:55.969" v="7126" actId="1076"/>
          <ac:spMkLst>
            <pc:docMk/>
            <pc:sldMk cId="2602234690" sldId="394"/>
            <ac:spMk id="9" creationId="{22207833-C77E-C291-8B50-6B20C06D3523}"/>
          </ac:spMkLst>
        </pc:spChg>
        <pc:spChg chg="add mod">
          <ac:chgData name="Alex Lu" userId="4fb11abd-091b-4498-a086-6cab5411f523" providerId="ADAL" clId="{4BDD7BCB-6C77-4AF5-ACF5-1ADAF4CE1FED}" dt="2026-05-06T14:57:55.969" v="7126" actId="1076"/>
          <ac:spMkLst>
            <pc:docMk/>
            <pc:sldMk cId="2602234690" sldId="394"/>
            <ac:spMk id="11" creationId="{61980FE5-87B1-15B6-F5BD-893B9B56B9F0}"/>
          </ac:spMkLst>
        </pc:spChg>
        <pc:spChg chg="add mod">
          <ac:chgData name="Alex Lu" userId="4fb11abd-091b-4498-a086-6cab5411f523" providerId="ADAL" clId="{4BDD7BCB-6C77-4AF5-ACF5-1ADAF4CE1FED}" dt="2026-05-06T14:57:55.969" v="7126" actId="1076"/>
          <ac:spMkLst>
            <pc:docMk/>
            <pc:sldMk cId="2602234690" sldId="394"/>
            <ac:spMk id="13" creationId="{70D51444-E4FA-5C36-31FE-919DB2B9991A}"/>
          </ac:spMkLst>
        </pc:spChg>
        <pc:spChg chg="add mod">
          <ac:chgData name="Alex Lu" userId="4fb11abd-091b-4498-a086-6cab5411f523" providerId="ADAL" clId="{4BDD7BCB-6C77-4AF5-ACF5-1ADAF4CE1FED}" dt="2026-05-06T14:57:55.969" v="7126" actId="1076"/>
          <ac:spMkLst>
            <pc:docMk/>
            <pc:sldMk cId="2602234690" sldId="394"/>
            <ac:spMk id="15" creationId="{79649BA6-06D1-B496-33CC-5814E06C3EED}"/>
          </ac:spMkLst>
        </pc:spChg>
        <pc:spChg chg="add mod">
          <ac:chgData name="Alex Lu" userId="4fb11abd-091b-4498-a086-6cab5411f523" providerId="ADAL" clId="{4BDD7BCB-6C77-4AF5-ACF5-1ADAF4CE1FED}" dt="2026-05-06T17:45:09.241" v="7139" actId="1076"/>
          <ac:spMkLst>
            <pc:docMk/>
            <pc:sldMk cId="2602234690" sldId="394"/>
            <ac:spMk id="17" creationId="{18D692D0-6412-5899-3116-703AD271D8C5}"/>
          </ac:spMkLst>
        </pc:spChg>
        <pc:spChg chg="add mod">
          <ac:chgData name="Alex Lu" userId="4fb11abd-091b-4498-a086-6cab5411f523" providerId="ADAL" clId="{4BDD7BCB-6C77-4AF5-ACF5-1ADAF4CE1FED}" dt="2026-05-06T17:45:09.241" v="7139" actId="1076"/>
          <ac:spMkLst>
            <pc:docMk/>
            <pc:sldMk cId="2602234690" sldId="394"/>
            <ac:spMk id="19" creationId="{F9509C1C-8653-93E4-57DE-369AD2CF459C}"/>
          </ac:spMkLst>
        </pc:spChg>
        <pc:spChg chg="add mod">
          <ac:chgData name="Alex Lu" userId="4fb11abd-091b-4498-a086-6cab5411f523" providerId="ADAL" clId="{4BDD7BCB-6C77-4AF5-ACF5-1ADAF4CE1FED}" dt="2026-05-06T17:51:39.024" v="7243" actId="1076"/>
          <ac:spMkLst>
            <pc:docMk/>
            <pc:sldMk cId="2602234690" sldId="394"/>
            <ac:spMk id="21" creationId="{D0B1054E-6445-0B78-A86E-94B7F425F74A}"/>
          </ac:spMkLst>
        </pc:spChg>
        <pc:spChg chg="add mod">
          <ac:chgData name="Alex Lu" userId="4fb11abd-091b-4498-a086-6cab5411f523" providerId="ADAL" clId="{4BDD7BCB-6C77-4AF5-ACF5-1ADAF4CE1FED}" dt="2026-05-06T17:45:09.241" v="7139" actId="1076"/>
          <ac:spMkLst>
            <pc:docMk/>
            <pc:sldMk cId="2602234690" sldId="394"/>
            <ac:spMk id="23" creationId="{C790D887-2E4D-F846-61F3-B8B1C5A85BDA}"/>
          </ac:spMkLst>
        </pc:spChg>
        <pc:spChg chg="add mod">
          <ac:chgData name="Alex Lu" userId="4fb11abd-091b-4498-a086-6cab5411f523" providerId="ADAL" clId="{4BDD7BCB-6C77-4AF5-ACF5-1ADAF4CE1FED}" dt="2026-05-06T17:48:33.361" v="7207" actId="1076"/>
          <ac:spMkLst>
            <pc:docMk/>
            <pc:sldMk cId="2602234690" sldId="394"/>
            <ac:spMk id="25" creationId="{A6648024-F7EE-92EE-143C-117DAE402C39}"/>
          </ac:spMkLst>
        </pc:spChg>
        <pc:spChg chg="add mod ord">
          <ac:chgData name="Alex Lu" userId="4fb11abd-091b-4498-a086-6cab5411f523" providerId="ADAL" clId="{4BDD7BCB-6C77-4AF5-ACF5-1ADAF4CE1FED}" dt="2026-05-06T17:48:43.197" v="7208" actId="1076"/>
          <ac:spMkLst>
            <pc:docMk/>
            <pc:sldMk cId="2602234690" sldId="394"/>
            <ac:spMk id="36" creationId="{3AC9B659-13CD-53D3-993C-F0311DD3E1AC}"/>
          </ac:spMkLst>
        </pc:spChg>
        <pc:spChg chg="add mod">
          <ac:chgData name="Alex Lu" userId="4fb11abd-091b-4498-a086-6cab5411f523" providerId="ADAL" clId="{4BDD7BCB-6C77-4AF5-ACF5-1ADAF4CE1FED}" dt="2026-05-06T17:48:43.197" v="7208" actId="1076"/>
          <ac:spMkLst>
            <pc:docMk/>
            <pc:sldMk cId="2602234690" sldId="394"/>
            <ac:spMk id="41" creationId="{313D5892-2165-18D8-BBFF-10FF9CC2471F}"/>
          </ac:spMkLst>
        </pc:spChg>
        <pc:spChg chg="add mod">
          <ac:chgData name="Alex Lu" userId="4fb11abd-091b-4498-a086-6cab5411f523" providerId="ADAL" clId="{4BDD7BCB-6C77-4AF5-ACF5-1ADAF4CE1FED}" dt="2026-05-06T17:49:53.909" v="7229" actId="1076"/>
          <ac:spMkLst>
            <pc:docMk/>
            <pc:sldMk cId="2602234690" sldId="394"/>
            <ac:spMk id="45" creationId="{F54FC035-35B1-20DF-8847-0DE29345F193}"/>
          </ac:spMkLst>
        </pc:spChg>
        <pc:spChg chg="add mod">
          <ac:chgData name="Alex Lu" userId="4fb11abd-091b-4498-a086-6cab5411f523" providerId="ADAL" clId="{4BDD7BCB-6C77-4AF5-ACF5-1ADAF4CE1FED}" dt="2026-05-06T17:49:53.909" v="7229" actId="1076"/>
          <ac:spMkLst>
            <pc:docMk/>
            <pc:sldMk cId="2602234690" sldId="394"/>
            <ac:spMk id="47" creationId="{58001AF4-6619-23A3-5202-DA51E8113C51}"/>
          </ac:spMkLst>
        </pc:spChg>
        <pc:spChg chg="add mod">
          <ac:chgData name="Alex Lu" userId="4fb11abd-091b-4498-a086-6cab5411f523" providerId="ADAL" clId="{4BDD7BCB-6C77-4AF5-ACF5-1ADAF4CE1FED}" dt="2026-05-06T17:51:36.707" v="7242"/>
          <ac:spMkLst>
            <pc:docMk/>
            <pc:sldMk cId="2602234690" sldId="394"/>
            <ac:spMk id="48" creationId="{145CEAA1-60B0-49FF-1214-B777D40F645D}"/>
          </ac:spMkLst>
        </pc:spChg>
        <pc:spChg chg="add mod">
          <ac:chgData name="Alex Lu" userId="4fb11abd-091b-4498-a086-6cab5411f523" providerId="ADAL" clId="{4BDD7BCB-6C77-4AF5-ACF5-1ADAF4CE1FED}" dt="2026-05-06T17:52:02.407" v="7249"/>
          <ac:spMkLst>
            <pc:docMk/>
            <pc:sldMk cId="2602234690" sldId="394"/>
            <ac:spMk id="50" creationId="{3297ABF8-A681-C3DD-598E-1D5F8309356D}"/>
          </ac:spMkLst>
        </pc:spChg>
        <pc:spChg chg="add mod">
          <ac:chgData name="Alex Lu" userId="4fb11abd-091b-4498-a086-6cab5411f523" providerId="ADAL" clId="{4BDD7BCB-6C77-4AF5-ACF5-1ADAF4CE1FED}" dt="2026-05-06T17:52:17.457" v="7255" actId="1076"/>
          <ac:spMkLst>
            <pc:docMk/>
            <pc:sldMk cId="2602234690" sldId="394"/>
            <ac:spMk id="52" creationId="{B78BD1D0-BFF7-E02E-515A-BF435DB18CD3}"/>
          </ac:spMkLst>
        </pc:spChg>
        <pc:spChg chg="add mod">
          <ac:chgData name="Alex Lu" userId="4fb11abd-091b-4498-a086-6cab5411f523" providerId="ADAL" clId="{4BDD7BCB-6C77-4AF5-ACF5-1ADAF4CE1FED}" dt="2026-05-06T17:52:22.290" v="7257" actId="1076"/>
          <ac:spMkLst>
            <pc:docMk/>
            <pc:sldMk cId="2602234690" sldId="394"/>
            <ac:spMk id="54" creationId="{19F20692-4CD3-0B74-2AB2-86C26627E3F8}"/>
          </ac:spMkLst>
        </pc:spChg>
        <pc:picChg chg="add mod">
          <ac:chgData name="Alex Lu" userId="4fb11abd-091b-4498-a086-6cab5411f523" providerId="ADAL" clId="{4BDD7BCB-6C77-4AF5-ACF5-1ADAF4CE1FED}" dt="2026-05-06T14:58:24.268" v="7132" actId="1076"/>
          <ac:picMkLst>
            <pc:docMk/>
            <pc:sldMk cId="2602234690" sldId="394"/>
            <ac:picMk id="31" creationId="{50671891-E187-7DA6-794A-D854658F07D3}"/>
          </ac:picMkLst>
        </pc:picChg>
        <pc:picChg chg="add mod">
          <ac:chgData name="Alex Lu" userId="4fb11abd-091b-4498-a086-6cab5411f523" providerId="ADAL" clId="{4BDD7BCB-6C77-4AF5-ACF5-1ADAF4CE1FED}" dt="2026-05-06T14:58:33.269" v="7135" actId="1076"/>
          <ac:picMkLst>
            <pc:docMk/>
            <pc:sldMk cId="2602234690" sldId="394"/>
            <ac:picMk id="33" creationId="{67E7FB37-6965-F275-CFF9-F713B97AB51B}"/>
          </ac:picMkLst>
        </pc:picChg>
        <pc:picChg chg="add del mod modCrop">
          <ac:chgData name="Alex Lu" userId="4fb11abd-091b-4498-a086-6cab5411f523" providerId="ADAL" clId="{4BDD7BCB-6C77-4AF5-ACF5-1ADAF4CE1FED}" dt="2026-05-06T17:48:43.197" v="7208" actId="1076"/>
          <ac:picMkLst>
            <pc:docMk/>
            <pc:sldMk cId="2602234690" sldId="394"/>
            <ac:picMk id="35" creationId="{710D8E07-A763-94DC-5657-0C027E26A7BE}"/>
          </ac:picMkLst>
        </pc:picChg>
        <pc:picChg chg="add mod modCrop">
          <ac:chgData name="Alex Lu" userId="4fb11abd-091b-4498-a086-6cab5411f523" providerId="ADAL" clId="{4BDD7BCB-6C77-4AF5-ACF5-1ADAF4CE1FED}" dt="2026-05-06T17:52:24.373" v="7258" actId="1076"/>
          <ac:picMkLst>
            <pc:docMk/>
            <pc:sldMk cId="2602234690" sldId="394"/>
            <ac:picMk id="43" creationId="{ECF5D66D-750D-9A59-4526-DDD624160FE7}"/>
          </ac:picMkLst>
        </pc:picChg>
        <pc:cxnChg chg="add mod">
          <ac:chgData name="Alex Lu" userId="4fb11abd-091b-4498-a086-6cab5411f523" providerId="ADAL" clId="{4BDD7BCB-6C77-4AF5-ACF5-1ADAF4CE1FED}" dt="2026-05-13T20:31:11.137" v="34933" actId="21"/>
          <ac:cxnSpMkLst>
            <pc:docMk/>
            <pc:sldMk cId="2602234690" sldId="394"/>
            <ac:cxnSpMk id="3" creationId="{FF145DD7-107B-EE3A-8CBB-2BBAE88CDFCC}"/>
          </ac:cxnSpMkLst>
        </pc:cxnChg>
        <pc:cxnChg chg="add mod">
          <ac:chgData name="Alex Lu" userId="4fb11abd-091b-4498-a086-6cab5411f523" providerId="ADAL" clId="{4BDD7BCB-6C77-4AF5-ACF5-1ADAF4CE1FED}" dt="2026-05-06T14:54:15.672" v="6903" actId="14100"/>
          <ac:cxnSpMkLst>
            <pc:docMk/>
            <pc:sldMk cId="2602234690" sldId="394"/>
            <ac:cxnSpMk id="4" creationId="{AEDF050B-3BBD-AF3D-F1FE-CFBBFEBB1745}"/>
          </ac:cxnSpMkLst>
        </pc:cxnChg>
      </pc:sldChg>
      <pc:sldChg chg="addSp delSp modSp add mod addAnim delAnim modAnim modNotesTx">
        <pc:chgData name="Alex Lu" userId="4fb11abd-091b-4498-a086-6cab5411f523" providerId="ADAL" clId="{4BDD7BCB-6C77-4AF5-ACF5-1ADAF4CE1FED}" dt="2026-05-14T01:26:46.455" v="45551" actId="20577"/>
        <pc:sldMkLst>
          <pc:docMk/>
          <pc:sldMk cId="3446145183" sldId="395"/>
        </pc:sldMkLst>
        <pc:spChg chg="add mod">
          <ac:chgData name="Alex Lu" userId="4fb11abd-091b-4498-a086-6cab5411f523" providerId="ADAL" clId="{4BDD7BCB-6C77-4AF5-ACF5-1ADAF4CE1FED}" dt="2026-05-06T17:58:20.617" v="7614" actId="1076"/>
          <ac:spMkLst>
            <pc:docMk/>
            <pc:sldMk cId="3446145183" sldId="395"/>
            <ac:spMk id="10" creationId="{FC294935-4729-80ED-BE39-F68D0F052160}"/>
          </ac:spMkLst>
        </pc:spChg>
        <pc:spChg chg="add mod">
          <ac:chgData name="Alex Lu" userId="4fb11abd-091b-4498-a086-6cab5411f523" providerId="ADAL" clId="{4BDD7BCB-6C77-4AF5-ACF5-1ADAF4CE1FED}" dt="2026-05-06T17:58:22.634" v="7615" actId="1076"/>
          <ac:spMkLst>
            <pc:docMk/>
            <pc:sldMk cId="3446145183" sldId="395"/>
            <ac:spMk id="12" creationId="{6DB299DF-EEB1-7227-900F-6C5465EF3955}"/>
          </ac:spMkLst>
        </pc:spChg>
        <pc:spChg chg="add mod">
          <ac:chgData name="Alex Lu" userId="4fb11abd-091b-4498-a086-6cab5411f523" providerId="ADAL" clId="{4BDD7BCB-6C77-4AF5-ACF5-1ADAF4CE1FED}" dt="2026-05-06T17:58:17.859" v="7612" actId="1076"/>
          <ac:spMkLst>
            <pc:docMk/>
            <pc:sldMk cId="3446145183" sldId="395"/>
            <ac:spMk id="14" creationId="{38438438-1FA2-CB51-4E66-FE091938666A}"/>
          </ac:spMkLst>
        </pc:spChg>
        <pc:spChg chg="add mod">
          <ac:chgData name="Alex Lu" userId="4fb11abd-091b-4498-a086-6cab5411f523" providerId="ADAL" clId="{4BDD7BCB-6C77-4AF5-ACF5-1ADAF4CE1FED}" dt="2026-05-06T17:58:17.859" v="7612" actId="1076"/>
          <ac:spMkLst>
            <pc:docMk/>
            <pc:sldMk cId="3446145183" sldId="395"/>
            <ac:spMk id="16" creationId="{738CC978-07CA-8FC7-D4B2-6C2FEA0931C0}"/>
          </ac:spMkLst>
        </pc:spChg>
        <pc:spChg chg="add mod">
          <ac:chgData name="Alex Lu" userId="4fb11abd-091b-4498-a086-6cab5411f523" providerId="ADAL" clId="{4BDD7BCB-6C77-4AF5-ACF5-1ADAF4CE1FED}" dt="2026-05-06T17:58:19.484" v="7613" actId="1076"/>
          <ac:spMkLst>
            <pc:docMk/>
            <pc:sldMk cId="3446145183" sldId="395"/>
            <ac:spMk id="18" creationId="{B16E8B40-EC0C-FB21-C232-59D0F362CDD0}"/>
          </ac:spMkLst>
        </pc:spChg>
        <pc:spChg chg="add mod">
          <ac:chgData name="Alex Lu" userId="4fb11abd-091b-4498-a086-6cab5411f523" providerId="ADAL" clId="{4BDD7BCB-6C77-4AF5-ACF5-1ADAF4CE1FED}" dt="2026-05-06T17:58:39.734" v="7622" actId="1076"/>
          <ac:spMkLst>
            <pc:docMk/>
            <pc:sldMk cId="3446145183" sldId="395"/>
            <ac:spMk id="20" creationId="{AFAE785D-0ABA-3A7A-AFFB-72167E70F3DC}"/>
          </ac:spMkLst>
        </pc:spChg>
        <pc:spChg chg="add mod">
          <ac:chgData name="Alex Lu" userId="4fb11abd-091b-4498-a086-6cab5411f523" providerId="ADAL" clId="{4BDD7BCB-6C77-4AF5-ACF5-1ADAF4CE1FED}" dt="2026-05-06T17:58:34.100" v="7619" actId="1076"/>
          <ac:spMkLst>
            <pc:docMk/>
            <pc:sldMk cId="3446145183" sldId="395"/>
            <ac:spMk id="22" creationId="{819F3571-42C9-F8DC-A72F-BC8C84E5D7E1}"/>
          </ac:spMkLst>
        </pc:spChg>
        <pc:spChg chg="add mod">
          <ac:chgData name="Alex Lu" userId="4fb11abd-091b-4498-a086-6cab5411f523" providerId="ADAL" clId="{4BDD7BCB-6C77-4AF5-ACF5-1ADAF4CE1FED}" dt="2026-05-06T17:58:37.784" v="7621" actId="1076"/>
          <ac:spMkLst>
            <pc:docMk/>
            <pc:sldMk cId="3446145183" sldId="395"/>
            <ac:spMk id="24" creationId="{87FF0DD0-7302-E05C-FD69-5A4153D393E0}"/>
          </ac:spMkLst>
        </pc:spChg>
        <pc:spChg chg="add mod">
          <ac:chgData name="Alex Lu" userId="4fb11abd-091b-4498-a086-6cab5411f523" providerId="ADAL" clId="{4BDD7BCB-6C77-4AF5-ACF5-1ADAF4CE1FED}" dt="2026-05-06T17:58:31.268" v="7617" actId="1076"/>
          <ac:spMkLst>
            <pc:docMk/>
            <pc:sldMk cId="3446145183" sldId="395"/>
            <ac:spMk id="26" creationId="{E179E18A-30E0-D1AD-D478-3E36E3ED5200}"/>
          </ac:spMkLst>
        </pc:spChg>
        <pc:spChg chg="add mod">
          <ac:chgData name="Alex Lu" userId="4fb11abd-091b-4498-a086-6cab5411f523" providerId="ADAL" clId="{4BDD7BCB-6C77-4AF5-ACF5-1ADAF4CE1FED}" dt="2026-05-06T17:58:33.034" v="7618" actId="1076"/>
          <ac:spMkLst>
            <pc:docMk/>
            <pc:sldMk cId="3446145183" sldId="395"/>
            <ac:spMk id="28" creationId="{004BDCED-FF4C-7042-E703-2738823690D9}"/>
          </ac:spMkLst>
        </pc:spChg>
        <pc:spChg chg="add mod">
          <ac:chgData name="Alex Lu" userId="4fb11abd-091b-4498-a086-6cab5411f523" providerId="ADAL" clId="{4BDD7BCB-6C77-4AF5-ACF5-1ADAF4CE1FED}" dt="2026-05-06T18:00:52.215" v="7673" actId="20577"/>
          <ac:spMkLst>
            <pc:docMk/>
            <pc:sldMk cId="3446145183" sldId="395"/>
            <ac:spMk id="30" creationId="{D42DEF4F-50DF-4086-F0C0-82F35A1396A2}"/>
          </ac:spMkLst>
        </pc:spChg>
        <pc:spChg chg="add mod">
          <ac:chgData name="Alex Lu" userId="4fb11abd-091b-4498-a086-6cab5411f523" providerId="ADAL" clId="{4BDD7BCB-6C77-4AF5-ACF5-1ADAF4CE1FED}" dt="2026-05-06T18:03:24.951" v="7729" actId="1076"/>
          <ac:spMkLst>
            <pc:docMk/>
            <pc:sldMk cId="3446145183" sldId="395"/>
            <ac:spMk id="52" creationId="{CA576D1B-8192-5F42-8265-DEEA8827A6C7}"/>
          </ac:spMkLst>
        </pc:spChg>
        <pc:spChg chg="add mod">
          <ac:chgData name="Alex Lu" userId="4fb11abd-091b-4498-a086-6cab5411f523" providerId="ADAL" clId="{4BDD7BCB-6C77-4AF5-ACF5-1ADAF4CE1FED}" dt="2026-05-06T18:07:51.417" v="8100"/>
          <ac:spMkLst>
            <pc:docMk/>
            <pc:sldMk cId="3446145183" sldId="395"/>
            <ac:spMk id="55" creationId="{CEA394DA-706B-B712-5654-3BD2C369925F}"/>
          </ac:spMkLst>
        </pc:spChg>
        <pc:cxnChg chg="add mod">
          <ac:chgData name="Alex Lu" userId="4fb11abd-091b-4498-a086-6cab5411f523" providerId="ADAL" clId="{4BDD7BCB-6C77-4AF5-ACF5-1ADAF4CE1FED}" dt="2026-05-06T17:57:58.918" v="7605" actId="1076"/>
          <ac:cxnSpMkLst>
            <pc:docMk/>
            <pc:sldMk cId="3446145183" sldId="395"/>
            <ac:cxnSpMk id="3" creationId="{84725F21-8AE1-E47D-2D95-B625C11567AA}"/>
          </ac:cxnSpMkLst>
        </pc:cxnChg>
        <pc:cxnChg chg="add mod">
          <ac:chgData name="Alex Lu" userId="4fb11abd-091b-4498-a086-6cab5411f523" providerId="ADAL" clId="{4BDD7BCB-6C77-4AF5-ACF5-1ADAF4CE1FED}" dt="2026-05-06T17:57:58.918" v="7605" actId="1076"/>
          <ac:cxnSpMkLst>
            <pc:docMk/>
            <pc:sldMk cId="3446145183" sldId="395"/>
            <ac:cxnSpMk id="4" creationId="{BC405EE9-6DF8-C8B8-31CF-2CA65B750D34}"/>
          </ac:cxnSpMkLst>
        </pc:cxnChg>
        <pc:cxnChg chg="add mod">
          <ac:chgData name="Alex Lu" userId="4fb11abd-091b-4498-a086-6cab5411f523" providerId="ADAL" clId="{4BDD7BCB-6C77-4AF5-ACF5-1ADAF4CE1FED}" dt="2026-05-06T18:01:15.031" v="7681" actId="14100"/>
          <ac:cxnSpMkLst>
            <pc:docMk/>
            <pc:sldMk cId="3446145183" sldId="395"/>
            <ac:cxnSpMk id="31" creationId="{AEB613FC-3ACF-915F-4241-FB28364F8C4A}"/>
          </ac:cxnSpMkLst>
        </pc:cxnChg>
        <pc:cxnChg chg="add mod">
          <ac:chgData name="Alex Lu" userId="4fb11abd-091b-4498-a086-6cab5411f523" providerId="ADAL" clId="{4BDD7BCB-6C77-4AF5-ACF5-1ADAF4CE1FED}" dt="2026-05-06T18:01:21.081" v="7685" actId="14100"/>
          <ac:cxnSpMkLst>
            <pc:docMk/>
            <pc:sldMk cId="3446145183" sldId="395"/>
            <ac:cxnSpMk id="34" creationId="{724E52D8-CA50-B2AA-D3C1-D6CA459DE5C6}"/>
          </ac:cxnSpMkLst>
        </pc:cxnChg>
        <pc:cxnChg chg="add mod">
          <ac:chgData name="Alex Lu" userId="4fb11abd-091b-4498-a086-6cab5411f523" providerId="ADAL" clId="{4BDD7BCB-6C77-4AF5-ACF5-1ADAF4CE1FED}" dt="2026-05-06T18:01:25.014" v="7688" actId="14100"/>
          <ac:cxnSpMkLst>
            <pc:docMk/>
            <pc:sldMk cId="3446145183" sldId="395"/>
            <ac:cxnSpMk id="37" creationId="{64DFCB61-B214-95B1-018C-DD053F8FF7D1}"/>
          </ac:cxnSpMkLst>
        </pc:cxnChg>
        <pc:cxnChg chg="add mod">
          <ac:chgData name="Alex Lu" userId="4fb11abd-091b-4498-a086-6cab5411f523" providerId="ADAL" clId="{4BDD7BCB-6C77-4AF5-ACF5-1ADAF4CE1FED}" dt="2026-05-06T18:01:32.814" v="7691" actId="14100"/>
          <ac:cxnSpMkLst>
            <pc:docMk/>
            <pc:sldMk cId="3446145183" sldId="395"/>
            <ac:cxnSpMk id="39" creationId="{DBE03C42-FD28-9C10-29B2-D7AEFB97BF73}"/>
          </ac:cxnSpMkLst>
        </pc:cxnChg>
        <pc:cxnChg chg="add mod">
          <ac:chgData name="Alex Lu" userId="4fb11abd-091b-4498-a086-6cab5411f523" providerId="ADAL" clId="{4BDD7BCB-6C77-4AF5-ACF5-1ADAF4CE1FED}" dt="2026-05-06T18:01:37.747" v="7694" actId="14100"/>
          <ac:cxnSpMkLst>
            <pc:docMk/>
            <pc:sldMk cId="3446145183" sldId="395"/>
            <ac:cxnSpMk id="41" creationId="{924A7B6C-38A2-7E8B-830E-30092E99E2A5}"/>
          </ac:cxnSpMkLst>
        </pc:cxnChg>
        <pc:cxnChg chg="add mod">
          <ac:chgData name="Alex Lu" userId="4fb11abd-091b-4498-a086-6cab5411f523" providerId="ADAL" clId="{4BDD7BCB-6C77-4AF5-ACF5-1ADAF4CE1FED}" dt="2026-05-06T18:02:16.263" v="7703" actId="1076"/>
          <ac:cxnSpMkLst>
            <pc:docMk/>
            <pc:sldMk cId="3446145183" sldId="395"/>
            <ac:cxnSpMk id="43" creationId="{73E09E40-B982-F386-561B-4A37F178A50F}"/>
          </ac:cxnSpMkLst>
        </pc:cxnChg>
        <pc:cxnChg chg="add mod">
          <ac:chgData name="Alex Lu" userId="4fb11abd-091b-4498-a086-6cab5411f523" providerId="ADAL" clId="{4BDD7BCB-6C77-4AF5-ACF5-1ADAF4CE1FED}" dt="2026-05-06T18:02:22.818" v="7706" actId="14100"/>
          <ac:cxnSpMkLst>
            <pc:docMk/>
            <pc:sldMk cId="3446145183" sldId="395"/>
            <ac:cxnSpMk id="46" creationId="{B5D8AA84-976D-CEE3-22D1-F6E9BEBBD47D}"/>
          </ac:cxnSpMkLst>
        </pc:cxnChg>
        <pc:cxnChg chg="add mod">
          <ac:chgData name="Alex Lu" userId="4fb11abd-091b-4498-a086-6cab5411f523" providerId="ADAL" clId="{4BDD7BCB-6C77-4AF5-ACF5-1ADAF4CE1FED}" dt="2026-05-06T18:02:29.180" v="7709" actId="14100"/>
          <ac:cxnSpMkLst>
            <pc:docMk/>
            <pc:sldMk cId="3446145183" sldId="395"/>
            <ac:cxnSpMk id="48" creationId="{AF6C3628-C439-4965-A264-4433618B0295}"/>
          </ac:cxnSpMkLst>
        </pc:cxnChg>
        <pc:cxnChg chg="add mod">
          <ac:chgData name="Alex Lu" userId="4fb11abd-091b-4498-a086-6cab5411f523" providerId="ADAL" clId="{4BDD7BCB-6C77-4AF5-ACF5-1ADAF4CE1FED}" dt="2026-05-06T18:02:33.996" v="7712" actId="14100"/>
          <ac:cxnSpMkLst>
            <pc:docMk/>
            <pc:sldMk cId="3446145183" sldId="395"/>
            <ac:cxnSpMk id="50" creationId="{F71315DE-5C01-A80D-AE62-CBACFEBEF509}"/>
          </ac:cxnSpMkLst>
        </pc:cxnChg>
      </pc:sldChg>
      <pc:sldChg chg="addSp modSp add mod modNotesTx">
        <pc:chgData name="Alex Lu" userId="4fb11abd-091b-4498-a086-6cab5411f523" providerId="ADAL" clId="{4BDD7BCB-6C77-4AF5-ACF5-1ADAF4CE1FED}" dt="2026-05-14T01:28:24.021" v="45556" actId="20577"/>
        <pc:sldMkLst>
          <pc:docMk/>
          <pc:sldMk cId="1856700372" sldId="396"/>
        </pc:sldMkLst>
        <pc:spChg chg="mod">
          <ac:chgData name="Alex Lu" userId="4fb11abd-091b-4498-a086-6cab5411f523" providerId="ADAL" clId="{4BDD7BCB-6C77-4AF5-ACF5-1ADAF4CE1FED}" dt="2026-05-06T18:07:38.058" v="8096"/>
          <ac:spMkLst>
            <pc:docMk/>
            <pc:sldMk cId="1856700372" sldId="396"/>
            <ac:spMk id="2" creationId="{1F852E40-CF3F-CE59-2E48-9B24D69E57BD}"/>
          </ac:spMkLst>
        </pc:spChg>
        <pc:spChg chg="add mod">
          <ac:chgData name="Alex Lu" userId="4fb11abd-091b-4498-a086-6cab5411f523" providerId="ADAL" clId="{4BDD7BCB-6C77-4AF5-ACF5-1ADAF4CE1FED}" dt="2026-05-13T20:31:19.602" v="34935" actId="1076"/>
          <ac:spMkLst>
            <pc:docMk/>
            <pc:sldMk cId="1856700372" sldId="396"/>
            <ac:spMk id="4" creationId="{D3CF964C-2029-9DA4-3CE6-A9206B7DCB23}"/>
          </ac:spMkLst>
        </pc:spChg>
        <pc:spChg chg="add mod">
          <ac:chgData name="Alex Lu" userId="4fb11abd-091b-4498-a086-6cab5411f523" providerId="ADAL" clId="{4BDD7BCB-6C77-4AF5-ACF5-1ADAF4CE1FED}" dt="2026-05-13T20:31:26.442" v="34936" actId="1076"/>
          <ac:spMkLst>
            <pc:docMk/>
            <pc:sldMk cId="1856700372" sldId="396"/>
            <ac:spMk id="6" creationId="{DA7A97E7-0E43-20A7-4945-079CEFDD81B9}"/>
          </ac:spMkLst>
        </pc:spChg>
        <pc:graphicFrameChg chg="add mod">
          <ac:chgData name="Alex Lu" userId="4fb11abd-091b-4498-a086-6cab5411f523" providerId="ADAL" clId="{4BDD7BCB-6C77-4AF5-ACF5-1ADAF4CE1FED}" dt="2026-05-13T20:31:19.602" v="34935" actId="1076"/>
          <ac:graphicFrameMkLst>
            <pc:docMk/>
            <pc:sldMk cId="1856700372" sldId="396"/>
            <ac:graphicFrameMk id="5" creationId="{3607F4D5-3599-F5EA-369E-A762800C92B3}"/>
          </ac:graphicFrameMkLst>
        </pc:graphicFrameChg>
      </pc:sldChg>
      <pc:sldChg chg="addSp delSp modSp add mod modAnim modNotesTx">
        <pc:chgData name="Alex Lu" userId="4fb11abd-091b-4498-a086-6cab5411f523" providerId="ADAL" clId="{4BDD7BCB-6C77-4AF5-ACF5-1ADAF4CE1FED}" dt="2026-05-14T00:34:31.595" v="45037" actId="20577"/>
        <pc:sldMkLst>
          <pc:docMk/>
          <pc:sldMk cId="731153913" sldId="397"/>
        </pc:sldMkLst>
        <pc:spChg chg="mod">
          <ac:chgData name="Alex Lu" userId="4fb11abd-091b-4498-a086-6cab5411f523" providerId="ADAL" clId="{4BDD7BCB-6C77-4AF5-ACF5-1ADAF4CE1FED}" dt="2026-05-13T23:37:35.256" v="42458" actId="1076"/>
          <ac:spMkLst>
            <pc:docMk/>
            <pc:sldMk cId="731153913" sldId="397"/>
            <ac:spMk id="2" creationId="{BCE9EABD-55CA-9CAE-E8EA-48A7B39B6DEB}"/>
          </ac:spMkLst>
        </pc:spChg>
        <pc:graphicFrameChg chg="add mod modGraphic">
          <ac:chgData name="Alex Lu" userId="4fb11abd-091b-4498-a086-6cab5411f523" providerId="ADAL" clId="{4BDD7BCB-6C77-4AF5-ACF5-1ADAF4CE1FED}" dt="2026-05-13T23:22:59.175" v="40647" actId="1076"/>
          <ac:graphicFrameMkLst>
            <pc:docMk/>
            <pc:sldMk cId="731153913" sldId="397"/>
            <ac:graphicFrameMk id="4" creationId="{62CC982D-F5ED-C685-BC48-9689C7DF5FFA}"/>
          </ac:graphicFrameMkLst>
        </pc:graphicFrameChg>
        <pc:graphicFrameChg chg="add mod modGraphic">
          <ac:chgData name="Alex Lu" userId="4fb11abd-091b-4498-a086-6cab5411f523" providerId="ADAL" clId="{4BDD7BCB-6C77-4AF5-ACF5-1ADAF4CE1FED}" dt="2026-05-13T23:24:00.212" v="40672" actId="1076"/>
          <ac:graphicFrameMkLst>
            <pc:docMk/>
            <pc:sldMk cId="731153913" sldId="397"/>
            <ac:graphicFrameMk id="8" creationId="{2D69F6A9-D9EC-F1C6-29EF-003E522C3D66}"/>
          </ac:graphicFrameMkLst>
        </pc:graphicFrameChg>
      </pc:sldChg>
      <pc:sldChg chg="modSp new mod modNotesTx">
        <pc:chgData name="Alex Lu" userId="4fb11abd-091b-4498-a086-6cab5411f523" providerId="ADAL" clId="{4BDD7BCB-6C77-4AF5-ACF5-1ADAF4CE1FED}" dt="2026-05-14T13:38:51.355" v="45800" actId="20577"/>
        <pc:sldMkLst>
          <pc:docMk/>
          <pc:sldMk cId="2334511642" sldId="399"/>
        </pc:sldMkLst>
        <pc:spChg chg="mod">
          <ac:chgData name="Alex Lu" userId="4fb11abd-091b-4498-a086-6cab5411f523" providerId="ADAL" clId="{4BDD7BCB-6C77-4AF5-ACF5-1ADAF4CE1FED}" dt="2026-04-23T21:01:22.322" v="2351" actId="1076"/>
          <ac:spMkLst>
            <pc:docMk/>
            <pc:sldMk cId="2334511642" sldId="399"/>
            <ac:spMk id="2" creationId="{3366A962-6E95-DFAB-84F3-15C273F56821}"/>
          </ac:spMkLst>
        </pc:spChg>
        <pc:spChg chg="mod">
          <ac:chgData name="Alex Lu" userId="4fb11abd-091b-4498-a086-6cab5411f523" providerId="ADAL" clId="{4BDD7BCB-6C77-4AF5-ACF5-1ADAF4CE1FED}" dt="2026-05-14T13:38:51.355" v="45800" actId="20577"/>
          <ac:spMkLst>
            <pc:docMk/>
            <pc:sldMk cId="2334511642" sldId="399"/>
            <ac:spMk id="3" creationId="{1BF223D6-9161-8C41-1FCE-4C833448F004}"/>
          </ac:spMkLst>
        </pc:spChg>
      </pc:sldChg>
      <pc:sldChg chg="addSp delSp modSp add mod modNotesTx">
        <pc:chgData name="Alex Lu" userId="4fb11abd-091b-4498-a086-6cab5411f523" providerId="ADAL" clId="{4BDD7BCB-6C77-4AF5-ACF5-1ADAF4CE1FED}" dt="2026-05-13T23:46:45.494" v="44885" actId="20577"/>
        <pc:sldMkLst>
          <pc:docMk/>
          <pc:sldMk cId="2671170490" sldId="400"/>
        </pc:sldMkLst>
        <pc:spChg chg="mod">
          <ac:chgData name="Alex Lu" userId="4fb11abd-091b-4498-a086-6cab5411f523" providerId="ADAL" clId="{4BDD7BCB-6C77-4AF5-ACF5-1ADAF4CE1FED}" dt="2026-04-23T21:05:55.218" v="3097" actId="1076"/>
          <ac:spMkLst>
            <pc:docMk/>
            <pc:sldMk cId="2671170490" sldId="400"/>
            <ac:spMk id="2" creationId="{C06810B8-1669-2209-2D04-6D91205B658E}"/>
          </ac:spMkLst>
        </pc:spChg>
        <pc:spChg chg="add mod">
          <ac:chgData name="Alex Lu" userId="4fb11abd-091b-4498-a086-6cab5411f523" providerId="ADAL" clId="{4BDD7BCB-6C77-4AF5-ACF5-1ADAF4CE1FED}" dt="2026-05-13T23:45:26.684" v="44300" actId="1076"/>
          <ac:spMkLst>
            <pc:docMk/>
            <pc:sldMk cId="2671170490" sldId="400"/>
            <ac:spMk id="5" creationId="{01B9CC04-E7DD-33EE-ED1D-B2C852F8502A}"/>
          </ac:spMkLst>
        </pc:spChg>
        <pc:spChg chg="add mod">
          <ac:chgData name="Alex Lu" userId="4fb11abd-091b-4498-a086-6cab5411f523" providerId="ADAL" clId="{4BDD7BCB-6C77-4AF5-ACF5-1ADAF4CE1FED}" dt="2026-04-23T21:04:51.880" v="3075" actId="1076"/>
          <ac:spMkLst>
            <pc:docMk/>
            <pc:sldMk cId="2671170490" sldId="400"/>
            <ac:spMk id="7" creationId="{A4DF37FB-E401-AF22-007D-23E5E12BC5A2}"/>
          </ac:spMkLst>
        </pc:spChg>
        <pc:spChg chg="add mod">
          <ac:chgData name="Alex Lu" userId="4fb11abd-091b-4498-a086-6cab5411f523" providerId="ADAL" clId="{4BDD7BCB-6C77-4AF5-ACF5-1ADAF4CE1FED}" dt="2026-04-23T21:04:51.880" v="3075" actId="1076"/>
          <ac:spMkLst>
            <pc:docMk/>
            <pc:sldMk cId="2671170490" sldId="400"/>
            <ac:spMk id="9" creationId="{35F3B548-CF62-9B5E-51EA-FD049C385ABB}"/>
          </ac:spMkLst>
        </pc:spChg>
        <pc:spChg chg="add mod">
          <ac:chgData name="Alex Lu" userId="4fb11abd-091b-4498-a086-6cab5411f523" providerId="ADAL" clId="{4BDD7BCB-6C77-4AF5-ACF5-1ADAF4CE1FED}" dt="2026-04-23T21:06:07.551" v="3145" actId="20577"/>
          <ac:spMkLst>
            <pc:docMk/>
            <pc:sldMk cId="2671170490" sldId="400"/>
            <ac:spMk id="13" creationId="{B7B04D5D-35E2-B1C7-AC79-31AD428C3444}"/>
          </ac:spMkLst>
        </pc:spChg>
        <pc:picChg chg="add mod modCrop">
          <ac:chgData name="Alex Lu" userId="4fb11abd-091b-4498-a086-6cab5411f523" providerId="ADAL" clId="{4BDD7BCB-6C77-4AF5-ACF5-1ADAF4CE1FED}" dt="2026-04-23T21:05:51.801" v="3096" actId="1076"/>
          <ac:picMkLst>
            <pc:docMk/>
            <pc:sldMk cId="2671170490" sldId="400"/>
            <ac:picMk id="11" creationId="{D80978A7-8DA6-6D88-EE00-4D74E67DBB4D}"/>
          </ac:picMkLst>
        </pc:picChg>
      </pc:sldChg>
      <pc:sldChg chg="addSp delSp modSp add mod modNotesTx">
        <pc:chgData name="Alex Lu" userId="4fb11abd-091b-4498-a086-6cab5411f523" providerId="ADAL" clId="{4BDD7BCB-6C77-4AF5-ACF5-1ADAF4CE1FED}" dt="2026-05-13T19:30:43.954" v="26833" actId="20577"/>
        <pc:sldMkLst>
          <pc:docMk/>
          <pc:sldMk cId="510885758" sldId="401"/>
        </pc:sldMkLst>
        <pc:spChg chg="add del mod">
          <ac:chgData name="Alex Lu" userId="4fb11abd-091b-4498-a086-6cab5411f523" providerId="ADAL" clId="{4BDD7BCB-6C77-4AF5-ACF5-1ADAF4CE1FED}" dt="2026-04-28T17:11:30.394" v="4874" actId="20577"/>
          <ac:spMkLst>
            <pc:docMk/>
            <pc:sldMk cId="510885758" sldId="401"/>
            <ac:spMk id="3" creationId="{EAE833E3-F43E-80FB-B0CE-E8D8B3EEF8A1}"/>
          </ac:spMkLst>
        </pc:spChg>
        <pc:picChg chg="add mod">
          <ac:chgData name="Alex Lu" userId="4fb11abd-091b-4498-a086-6cab5411f523" providerId="ADAL" clId="{4BDD7BCB-6C77-4AF5-ACF5-1ADAF4CE1FED}" dt="2026-04-24T18:20:21.532" v="3639" actId="1076"/>
          <ac:picMkLst>
            <pc:docMk/>
            <pc:sldMk cId="510885758" sldId="401"/>
            <ac:picMk id="8" creationId="{7C13F04C-8BA1-34CD-A562-70463F8FEBE2}"/>
          </ac:picMkLst>
        </pc:picChg>
        <pc:picChg chg="add mod">
          <ac:chgData name="Alex Lu" userId="4fb11abd-091b-4498-a086-6cab5411f523" providerId="ADAL" clId="{4BDD7BCB-6C77-4AF5-ACF5-1ADAF4CE1FED}" dt="2026-04-24T18:20:24.865" v="3641" actId="1076"/>
          <ac:picMkLst>
            <pc:docMk/>
            <pc:sldMk cId="510885758" sldId="401"/>
            <ac:picMk id="10" creationId="{1D3D569E-E1D1-F18B-1CD4-1435A666BF94}"/>
          </ac:picMkLst>
        </pc:picChg>
        <pc:picChg chg="add mod">
          <ac:chgData name="Alex Lu" userId="4fb11abd-091b-4498-a086-6cab5411f523" providerId="ADAL" clId="{4BDD7BCB-6C77-4AF5-ACF5-1ADAF4CE1FED}" dt="2026-04-24T18:20:28.624" v="3643" actId="1076"/>
          <ac:picMkLst>
            <pc:docMk/>
            <pc:sldMk cId="510885758" sldId="401"/>
            <ac:picMk id="12" creationId="{3B0F8E61-7A51-CCB8-5D42-6E28E78A036C}"/>
          </ac:picMkLst>
        </pc:picChg>
        <pc:picChg chg="add mod">
          <ac:chgData name="Alex Lu" userId="4fb11abd-091b-4498-a086-6cab5411f523" providerId="ADAL" clId="{4BDD7BCB-6C77-4AF5-ACF5-1ADAF4CE1FED}" dt="2026-04-24T18:20:34.049" v="3645" actId="1076"/>
          <ac:picMkLst>
            <pc:docMk/>
            <pc:sldMk cId="510885758" sldId="401"/>
            <ac:picMk id="14" creationId="{07598BF2-2ABA-8669-95DF-6DD70D20F560}"/>
          </ac:picMkLst>
        </pc:picChg>
        <pc:picChg chg="add mod">
          <ac:chgData name="Alex Lu" userId="4fb11abd-091b-4498-a086-6cab5411f523" providerId="ADAL" clId="{4BDD7BCB-6C77-4AF5-ACF5-1ADAF4CE1FED}" dt="2026-04-24T18:20:37.265" v="3647" actId="1076"/>
          <ac:picMkLst>
            <pc:docMk/>
            <pc:sldMk cId="510885758" sldId="401"/>
            <ac:picMk id="16" creationId="{E8F8EC26-8D11-BDD7-0115-E63BF5CE3DBD}"/>
          </ac:picMkLst>
        </pc:picChg>
        <pc:picChg chg="add mod">
          <ac:chgData name="Alex Lu" userId="4fb11abd-091b-4498-a086-6cab5411f523" providerId="ADAL" clId="{4BDD7BCB-6C77-4AF5-ACF5-1ADAF4CE1FED}" dt="2026-04-24T18:20:41.482" v="3649" actId="1076"/>
          <ac:picMkLst>
            <pc:docMk/>
            <pc:sldMk cId="510885758" sldId="401"/>
            <ac:picMk id="18" creationId="{BE780E29-E2A9-A4BA-0FCB-6043EDDC7601}"/>
          </ac:picMkLst>
        </pc:picChg>
        <pc:picChg chg="add mod">
          <ac:chgData name="Alex Lu" userId="4fb11abd-091b-4498-a086-6cab5411f523" providerId="ADAL" clId="{4BDD7BCB-6C77-4AF5-ACF5-1ADAF4CE1FED}" dt="2026-04-24T18:20:41.482" v="3649" actId="1076"/>
          <ac:picMkLst>
            <pc:docMk/>
            <pc:sldMk cId="510885758" sldId="401"/>
            <ac:picMk id="20" creationId="{544DFB27-7B6C-59AB-996B-49CE0C25DA71}"/>
          </ac:picMkLst>
        </pc:picChg>
        <pc:picChg chg="add mod">
          <ac:chgData name="Alex Lu" userId="4fb11abd-091b-4498-a086-6cab5411f523" providerId="ADAL" clId="{4BDD7BCB-6C77-4AF5-ACF5-1ADAF4CE1FED}" dt="2026-04-24T18:20:41.482" v="3649" actId="1076"/>
          <ac:picMkLst>
            <pc:docMk/>
            <pc:sldMk cId="510885758" sldId="401"/>
            <ac:picMk id="22" creationId="{39284AFA-8721-421F-DDBA-A0F2BB65F86E}"/>
          </ac:picMkLst>
        </pc:picChg>
        <pc:picChg chg="add mod">
          <ac:chgData name="Alex Lu" userId="4fb11abd-091b-4498-a086-6cab5411f523" providerId="ADAL" clId="{4BDD7BCB-6C77-4AF5-ACF5-1ADAF4CE1FED}" dt="2026-04-29T13:48:20.116" v="5969" actId="207"/>
          <ac:picMkLst>
            <pc:docMk/>
            <pc:sldMk cId="510885758" sldId="401"/>
            <ac:picMk id="24" creationId="{D444B7BE-2046-390E-1601-2B5E5AB283EE}"/>
          </ac:picMkLst>
        </pc:picChg>
        <pc:picChg chg="add mod">
          <ac:chgData name="Alex Lu" userId="4fb11abd-091b-4498-a086-6cab5411f523" providerId="ADAL" clId="{4BDD7BCB-6C77-4AF5-ACF5-1ADAF4CE1FED}" dt="2026-04-24T18:20:41.482" v="3649" actId="1076"/>
          <ac:picMkLst>
            <pc:docMk/>
            <pc:sldMk cId="510885758" sldId="401"/>
            <ac:picMk id="26" creationId="{CC95ACA6-EB90-D298-3351-6DA4C30B5F30}"/>
          </ac:picMkLst>
        </pc:picChg>
        <pc:picChg chg="add mod">
          <ac:chgData name="Alex Lu" userId="4fb11abd-091b-4498-a086-6cab5411f523" providerId="ADAL" clId="{4BDD7BCB-6C77-4AF5-ACF5-1ADAF4CE1FED}" dt="2026-04-24T18:20:45.748" v="3651" actId="1076"/>
          <ac:picMkLst>
            <pc:docMk/>
            <pc:sldMk cId="510885758" sldId="401"/>
            <ac:picMk id="28" creationId="{D5AAA8D0-8B6F-69AC-B985-BE0033B886C6}"/>
          </ac:picMkLst>
        </pc:picChg>
        <pc:picChg chg="add mod">
          <ac:chgData name="Alex Lu" userId="4fb11abd-091b-4498-a086-6cab5411f523" providerId="ADAL" clId="{4BDD7BCB-6C77-4AF5-ACF5-1ADAF4CE1FED}" dt="2026-04-24T18:20:45.748" v="3651" actId="1076"/>
          <ac:picMkLst>
            <pc:docMk/>
            <pc:sldMk cId="510885758" sldId="401"/>
            <ac:picMk id="30" creationId="{10C9658D-39B1-4CCE-C938-9B848D174B51}"/>
          </ac:picMkLst>
        </pc:picChg>
        <pc:picChg chg="add mod">
          <ac:chgData name="Alex Lu" userId="4fb11abd-091b-4498-a086-6cab5411f523" providerId="ADAL" clId="{4BDD7BCB-6C77-4AF5-ACF5-1ADAF4CE1FED}" dt="2026-04-24T18:20:45.748" v="3651" actId="1076"/>
          <ac:picMkLst>
            <pc:docMk/>
            <pc:sldMk cId="510885758" sldId="401"/>
            <ac:picMk id="32" creationId="{C6ECCABE-E164-0FC2-C8D7-DFBC9CD14371}"/>
          </ac:picMkLst>
        </pc:picChg>
        <pc:picChg chg="add mod">
          <ac:chgData name="Alex Lu" userId="4fb11abd-091b-4498-a086-6cab5411f523" providerId="ADAL" clId="{4BDD7BCB-6C77-4AF5-ACF5-1ADAF4CE1FED}" dt="2026-04-24T18:20:45.748" v="3651" actId="1076"/>
          <ac:picMkLst>
            <pc:docMk/>
            <pc:sldMk cId="510885758" sldId="401"/>
            <ac:picMk id="34" creationId="{181E891E-1DBA-A0A0-12EE-2B529909F5E1}"/>
          </ac:picMkLst>
        </pc:picChg>
        <pc:picChg chg="add mod">
          <ac:chgData name="Alex Lu" userId="4fb11abd-091b-4498-a086-6cab5411f523" providerId="ADAL" clId="{4BDD7BCB-6C77-4AF5-ACF5-1ADAF4CE1FED}" dt="2026-04-24T18:20:45.748" v="3651" actId="1076"/>
          <ac:picMkLst>
            <pc:docMk/>
            <pc:sldMk cId="510885758" sldId="401"/>
            <ac:picMk id="36" creationId="{D237FC65-3E58-36B1-79C8-50BE6276F30B}"/>
          </ac:picMkLst>
        </pc:picChg>
      </pc:sldChg>
      <pc:sldChg chg="addSp delSp modSp add mod modNotesTx">
        <pc:chgData name="Alex Lu" userId="4fb11abd-091b-4498-a086-6cab5411f523" providerId="ADAL" clId="{4BDD7BCB-6C77-4AF5-ACF5-1ADAF4CE1FED}" dt="2026-05-13T19:29:11.227" v="26832" actId="20577"/>
        <pc:sldMkLst>
          <pc:docMk/>
          <pc:sldMk cId="1541744109" sldId="402"/>
        </pc:sldMkLst>
      </pc:sldChg>
      <pc:sldChg chg="modSp add mod modNotesTx">
        <pc:chgData name="Alex Lu" userId="4fb11abd-091b-4498-a086-6cab5411f523" providerId="ADAL" clId="{4BDD7BCB-6C77-4AF5-ACF5-1ADAF4CE1FED}" dt="2026-05-22T20:53:03.453" v="45838" actId="20577"/>
        <pc:sldMkLst>
          <pc:docMk/>
          <pc:sldMk cId="2251276968" sldId="403"/>
        </pc:sldMkLst>
        <pc:spChg chg="mod">
          <ac:chgData name="Alex Lu" userId="4fb11abd-091b-4498-a086-6cab5411f523" providerId="ADAL" clId="{4BDD7BCB-6C77-4AF5-ACF5-1ADAF4CE1FED}" dt="2026-04-28T15:00:15.819" v="4434" actId="1076"/>
          <ac:spMkLst>
            <pc:docMk/>
            <pc:sldMk cId="2251276968" sldId="403"/>
            <ac:spMk id="2" creationId="{B551121A-2AD9-DE82-E09C-5F768A0C209A}"/>
          </ac:spMkLst>
        </pc:spChg>
        <pc:spChg chg="mod">
          <ac:chgData name="Alex Lu" userId="4fb11abd-091b-4498-a086-6cab5411f523" providerId="ADAL" clId="{4BDD7BCB-6C77-4AF5-ACF5-1ADAF4CE1FED}" dt="2026-05-14T03:52:22.219" v="45765" actId="20577"/>
          <ac:spMkLst>
            <pc:docMk/>
            <pc:sldMk cId="2251276968" sldId="403"/>
            <ac:spMk id="3" creationId="{AE667FB8-8426-41AA-36C5-B2C15FE5FBCE}"/>
          </ac:spMkLst>
        </pc:spChg>
      </pc:sldChg>
      <pc:sldChg chg="delSp modSp add mod ord modNotesTx">
        <pc:chgData name="Alex Lu" userId="4fb11abd-091b-4498-a086-6cab5411f523" providerId="ADAL" clId="{4BDD7BCB-6C77-4AF5-ACF5-1ADAF4CE1FED}" dt="2026-05-14T01:08:00.297" v="45344" actId="20577"/>
        <pc:sldMkLst>
          <pc:docMk/>
          <pc:sldMk cId="2465664204" sldId="404"/>
        </pc:sldMkLst>
        <pc:spChg chg="mod">
          <ac:chgData name="Alex Lu" userId="4fb11abd-091b-4498-a086-6cab5411f523" providerId="ADAL" clId="{4BDD7BCB-6C77-4AF5-ACF5-1ADAF4CE1FED}" dt="2026-04-28T16:49:14.392" v="4872" actId="1037"/>
          <ac:spMkLst>
            <pc:docMk/>
            <pc:sldMk cId="2465664204" sldId="404"/>
            <ac:spMk id="6" creationId="{90E70E60-45FF-ED9D-C343-0A59C568594C}"/>
          </ac:spMkLst>
        </pc:spChg>
        <pc:picChg chg="mod">
          <ac:chgData name="Alex Lu" userId="4fb11abd-091b-4498-a086-6cab5411f523" providerId="ADAL" clId="{4BDD7BCB-6C77-4AF5-ACF5-1ADAF4CE1FED}" dt="2026-04-28T16:49:14.392" v="4872" actId="1037"/>
          <ac:picMkLst>
            <pc:docMk/>
            <pc:sldMk cId="2465664204" sldId="404"/>
            <ac:picMk id="4" creationId="{BC3EBE1A-859B-C8D5-96FB-AE1593B8456F}"/>
          </ac:picMkLst>
        </pc:picChg>
      </pc:sldChg>
      <pc:sldChg chg="addSp delSp modSp add mod addAnim delAnim modAnim modNotesTx">
        <pc:chgData name="Alex Lu" userId="4fb11abd-091b-4498-a086-6cab5411f523" providerId="ADAL" clId="{4BDD7BCB-6C77-4AF5-ACF5-1ADAF4CE1FED}" dt="2026-05-14T00:36:57.522" v="45133" actId="20577"/>
        <pc:sldMkLst>
          <pc:docMk/>
          <pc:sldMk cId="2990500722" sldId="405"/>
        </pc:sldMkLst>
        <pc:spChg chg="mod">
          <ac:chgData name="Alex Lu" userId="4fb11abd-091b-4498-a086-6cab5411f523" providerId="ADAL" clId="{4BDD7BCB-6C77-4AF5-ACF5-1ADAF4CE1FED}" dt="2026-04-28T15:37:32.449" v="4860" actId="1038"/>
          <ac:spMkLst>
            <pc:docMk/>
            <pc:sldMk cId="2990500722" sldId="405"/>
            <ac:spMk id="5" creationId="{7A8FF75A-9A69-C51B-3CF7-EBABA089CF4D}"/>
          </ac:spMkLst>
        </pc:spChg>
        <pc:picChg chg="mod">
          <ac:chgData name="Alex Lu" userId="4fb11abd-091b-4498-a086-6cab5411f523" providerId="ADAL" clId="{4BDD7BCB-6C77-4AF5-ACF5-1ADAF4CE1FED}" dt="2026-04-28T15:37:32.449" v="4860" actId="1038"/>
          <ac:picMkLst>
            <pc:docMk/>
            <pc:sldMk cId="2990500722" sldId="405"/>
            <ac:picMk id="8" creationId="{C48F9153-64FE-92C3-E0B2-DEBDE388540E}"/>
          </ac:picMkLst>
        </pc:picChg>
        <pc:picChg chg="add del mod">
          <ac:chgData name="Alex Lu" userId="4fb11abd-091b-4498-a086-6cab5411f523" providerId="ADAL" clId="{4BDD7BCB-6C77-4AF5-ACF5-1ADAF4CE1FED}" dt="2026-05-13T18:02:54.834" v="17520" actId="478"/>
          <ac:picMkLst>
            <pc:docMk/>
            <pc:sldMk cId="2990500722" sldId="405"/>
            <ac:picMk id="9" creationId="{D1C1F2F9-3FD3-AC63-58E9-DD898161E5F9}"/>
          </ac:picMkLst>
        </pc:picChg>
      </pc:sldChg>
      <pc:sldChg chg="addSp delSp modSp add mod modAnim modNotesTx">
        <pc:chgData name="Alex Lu" userId="4fb11abd-091b-4498-a086-6cab5411f523" providerId="ADAL" clId="{4BDD7BCB-6C77-4AF5-ACF5-1ADAF4CE1FED}" dt="2026-05-13T20:27:03.360" v="34665" actId="20577"/>
        <pc:sldMkLst>
          <pc:docMk/>
          <pc:sldMk cId="1272232055" sldId="406"/>
        </pc:sldMkLst>
        <pc:spChg chg="add mod">
          <ac:chgData name="Alex Lu" userId="4fb11abd-091b-4498-a086-6cab5411f523" providerId="ADAL" clId="{4BDD7BCB-6C77-4AF5-ACF5-1ADAF4CE1FED}" dt="2026-05-06T18:00:55.215" v="7676" actId="20577"/>
          <ac:spMkLst>
            <pc:docMk/>
            <pc:sldMk cId="1272232055" sldId="406"/>
            <ac:spMk id="8" creationId="{AE5F716B-FF3F-679E-E9AB-04117F44EF2C}"/>
          </ac:spMkLst>
        </pc:spChg>
        <pc:spChg chg="add mod">
          <ac:chgData name="Alex Lu" userId="4fb11abd-091b-4498-a086-6cab5411f523" providerId="ADAL" clId="{4BDD7BCB-6C77-4AF5-ACF5-1ADAF4CE1FED}" dt="2026-05-06T17:59:22.033" v="7642" actId="14100"/>
          <ac:spMkLst>
            <pc:docMk/>
            <pc:sldMk cId="1272232055" sldId="406"/>
            <ac:spMk id="46" creationId="{93B33A69-08FC-A737-F430-FE8A76145495}"/>
          </ac:spMkLst>
        </pc:spChg>
        <pc:cxnChg chg="mod">
          <ac:chgData name="Alex Lu" userId="4fb11abd-091b-4498-a086-6cab5411f523" providerId="ADAL" clId="{4BDD7BCB-6C77-4AF5-ACF5-1ADAF4CE1FED}" dt="2026-05-06T17:54:15.788" v="7486" actId="21"/>
          <ac:cxnSpMkLst>
            <pc:docMk/>
            <pc:sldMk cId="1272232055" sldId="406"/>
            <ac:cxnSpMk id="3" creationId="{E758CCDB-ABF8-EED1-7D39-30BF850DCDF2}"/>
          </ac:cxnSpMkLst>
        </pc:cxnChg>
        <pc:cxnChg chg="add mod">
          <ac:chgData name="Alex Lu" userId="4fb11abd-091b-4498-a086-6cab5411f523" providerId="ADAL" clId="{4BDD7BCB-6C77-4AF5-ACF5-1ADAF4CE1FED}" dt="2026-05-06T18:00:06.286" v="7646" actId="208"/>
          <ac:cxnSpMkLst>
            <pc:docMk/>
            <pc:sldMk cId="1272232055" sldId="406"/>
            <ac:cxnSpMk id="12" creationId="{7986261F-445D-C9EF-6A50-014B95803DFD}"/>
          </ac:cxnSpMkLst>
        </pc:cxnChg>
        <pc:cxnChg chg="add mod">
          <ac:chgData name="Alex Lu" userId="4fb11abd-091b-4498-a086-6cab5411f523" providerId="ADAL" clId="{4BDD7BCB-6C77-4AF5-ACF5-1ADAF4CE1FED}" dt="2026-05-06T18:00:06.286" v="7646" actId="208"/>
          <ac:cxnSpMkLst>
            <pc:docMk/>
            <pc:sldMk cId="1272232055" sldId="406"/>
            <ac:cxnSpMk id="14" creationId="{32C28EB9-33CD-481C-9320-DDC7BF2C81FB}"/>
          </ac:cxnSpMkLst>
        </pc:cxnChg>
        <pc:cxnChg chg="add mod">
          <ac:chgData name="Alex Lu" userId="4fb11abd-091b-4498-a086-6cab5411f523" providerId="ADAL" clId="{4BDD7BCB-6C77-4AF5-ACF5-1ADAF4CE1FED}" dt="2026-05-06T18:00:06.286" v="7646" actId="208"/>
          <ac:cxnSpMkLst>
            <pc:docMk/>
            <pc:sldMk cId="1272232055" sldId="406"/>
            <ac:cxnSpMk id="20" creationId="{998A6F6B-B6F0-D942-F59C-B5064FE3BF3A}"/>
          </ac:cxnSpMkLst>
        </pc:cxnChg>
        <pc:cxnChg chg="add mod">
          <ac:chgData name="Alex Lu" userId="4fb11abd-091b-4498-a086-6cab5411f523" providerId="ADAL" clId="{4BDD7BCB-6C77-4AF5-ACF5-1ADAF4CE1FED}" dt="2026-05-06T18:00:06.286" v="7646" actId="208"/>
          <ac:cxnSpMkLst>
            <pc:docMk/>
            <pc:sldMk cId="1272232055" sldId="406"/>
            <ac:cxnSpMk id="24" creationId="{652E7CD6-87C9-DD0B-D8F0-B21EA58DAE6A}"/>
          </ac:cxnSpMkLst>
        </pc:cxnChg>
        <pc:cxnChg chg="add mod">
          <ac:chgData name="Alex Lu" userId="4fb11abd-091b-4498-a086-6cab5411f523" providerId="ADAL" clId="{4BDD7BCB-6C77-4AF5-ACF5-1ADAF4CE1FED}" dt="2026-05-06T18:00:06.286" v="7646" actId="208"/>
          <ac:cxnSpMkLst>
            <pc:docMk/>
            <pc:sldMk cId="1272232055" sldId="406"/>
            <ac:cxnSpMk id="27" creationId="{FAD7920A-74FD-A99F-E03B-180FE323551B}"/>
          </ac:cxnSpMkLst>
        </pc:cxnChg>
        <pc:cxnChg chg="add mod">
          <ac:chgData name="Alex Lu" userId="4fb11abd-091b-4498-a086-6cab5411f523" providerId="ADAL" clId="{4BDD7BCB-6C77-4AF5-ACF5-1ADAF4CE1FED}" dt="2026-05-06T18:00:06.286" v="7646" actId="208"/>
          <ac:cxnSpMkLst>
            <pc:docMk/>
            <pc:sldMk cId="1272232055" sldId="406"/>
            <ac:cxnSpMk id="30" creationId="{A9D826C4-B6BA-4BE8-2B80-F5ACA45E8A6E}"/>
          </ac:cxnSpMkLst>
        </pc:cxnChg>
        <pc:cxnChg chg="add mod">
          <ac:chgData name="Alex Lu" userId="4fb11abd-091b-4498-a086-6cab5411f523" providerId="ADAL" clId="{4BDD7BCB-6C77-4AF5-ACF5-1ADAF4CE1FED}" dt="2026-05-06T17:59:54.266" v="7644" actId="208"/>
          <ac:cxnSpMkLst>
            <pc:docMk/>
            <pc:sldMk cId="1272232055" sldId="406"/>
            <ac:cxnSpMk id="37" creationId="{C4DAA9E4-D4E4-BE38-B00A-705A4B3AFD96}"/>
          </ac:cxnSpMkLst>
        </pc:cxnChg>
        <pc:cxnChg chg="add mod">
          <ac:chgData name="Alex Lu" userId="4fb11abd-091b-4498-a086-6cab5411f523" providerId="ADAL" clId="{4BDD7BCB-6C77-4AF5-ACF5-1ADAF4CE1FED}" dt="2026-05-06T17:59:54.266" v="7644" actId="208"/>
          <ac:cxnSpMkLst>
            <pc:docMk/>
            <pc:sldMk cId="1272232055" sldId="406"/>
            <ac:cxnSpMk id="38" creationId="{EFAE53FD-B381-76FB-2558-D39393B91A84}"/>
          </ac:cxnSpMkLst>
        </pc:cxnChg>
        <pc:cxnChg chg="add mod">
          <ac:chgData name="Alex Lu" userId="4fb11abd-091b-4498-a086-6cab5411f523" providerId="ADAL" clId="{4BDD7BCB-6C77-4AF5-ACF5-1ADAF4CE1FED}" dt="2026-05-06T17:59:54.266" v="7644" actId="208"/>
          <ac:cxnSpMkLst>
            <pc:docMk/>
            <pc:sldMk cId="1272232055" sldId="406"/>
            <ac:cxnSpMk id="40" creationId="{73BF08BD-2DA6-1320-E750-88F059B38831}"/>
          </ac:cxnSpMkLst>
        </pc:cxnChg>
      </pc:sldChg>
      <pc:sldChg chg="addSp delSp modSp add mod modNotesTx">
        <pc:chgData name="Alex Lu" userId="4fb11abd-091b-4498-a086-6cab5411f523" providerId="ADAL" clId="{4BDD7BCB-6C77-4AF5-ACF5-1ADAF4CE1FED}" dt="2026-05-14T03:56:07.086" v="45767" actId="14100"/>
        <pc:sldMkLst>
          <pc:docMk/>
          <pc:sldMk cId="271730222" sldId="407"/>
        </pc:sldMkLst>
        <pc:spChg chg="mod">
          <ac:chgData name="Alex Lu" userId="4fb11abd-091b-4498-a086-6cab5411f523" providerId="ADAL" clId="{4BDD7BCB-6C77-4AF5-ACF5-1ADAF4CE1FED}" dt="2026-05-12T14:40:50.126" v="8731" actId="1076"/>
          <ac:spMkLst>
            <pc:docMk/>
            <pc:sldMk cId="271730222" sldId="407"/>
            <ac:spMk id="2" creationId="{80F315A2-C97A-04DB-6D11-3F8AF8E36927}"/>
          </ac:spMkLst>
        </pc:spChg>
        <pc:spChg chg="add mod">
          <ac:chgData name="Alex Lu" userId="4fb11abd-091b-4498-a086-6cab5411f523" providerId="ADAL" clId="{4BDD7BCB-6C77-4AF5-ACF5-1ADAF4CE1FED}" dt="2026-05-12T14:30:59.626" v="8560" actId="1076"/>
          <ac:spMkLst>
            <pc:docMk/>
            <pc:sldMk cId="271730222" sldId="407"/>
            <ac:spMk id="8" creationId="{7F64E4D1-958A-0B2E-2B24-96392EC1C8BD}"/>
          </ac:spMkLst>
        </pc:spChg>
        <pc:spChg chg="add mod">
          <ac:chgData name="Alex Lu" userId="4fb11abd-091b-4498-a086-6cab5411f523" providerId="ADAL" clId="{4BDD7BCB-6C77-4AF5-ACF5-1ADAF4CE1FED}" dt="2026-05-12T14:51:48.191" v="8998" actId="1076"/>
          <ac:spMkLst>
            <pc:docMk/>
            <pc:sldMk cId="271730222" sldId="407"/>
            <ac:spMk id="17" creationId="{7D648939-BC9C-8EDC-B76F-051CF17C528B}"/>
          </ac:spMkLst>
        </pc:spChg>
        <pc:graphicFrameChg chg="add mod">
          <ac:chgData name="Alex Lu" userId="4fb11abd-091b-4498-a086-6cab5411f523" providerId="ADAL" clId="{4BDD7BCB-6C77-4AF5-ACF5-1ADAF4CE1FED}" dt="2026-05-12T14:51:39.956" v="8997"/>
          <ac:graphicFrameMkLst>
            <pc:docMk/>
            <pc:sldMk cId="271730222" sldId="407"/>
            <ac:graphicFrameMk id="6" creationId="{B7559BCF-7FF9-23E8-B71C-ACDBAEC4ECAA}"/>
          </ac:graphicFrameMkLst>
        </pc:graphicFrameChg>
        <pc:cxnChg chg="add mod">
          <ac:chgData name="Alex Lu" userId="4fb11abd-091b-4498-a086-6cab5411f523" providerId="ADAL" clId="{4BDD7BCB-6C77-4AF5-ACF5-1ADAF4CE1FED}" dt="2026-05-14T03:56:07.086" v="45767" actId="14100"/>
          <ac:cxnSpMkLst>
            <pc:docMk/>
            <pc:sldMk cId="271730222" sldId="407"/>
            <ac:cxnSpMk id="10" creationId="{555DC5C7-9174-3B51-4BEE-0DB490AC5CE5}"/>
          </ac:cxnSpMkLst>
        </pc:cxnChg>
        <pc:cxnChg chg="add mod">
          <ac:chgData name="Alex Lu" userId="4fb11abd-091b-4498-a086-6cab5411f523" providerId="ADAL" clId="{4BDD7BCB-6C77-4AF5-ACF5-1ADAF4CE1FED}" dt="2026-05-14T03:56:03.145" v="45766" actId="14100"/>
          <ac:cxnSpMkLst>
            <pc:docMk/>
            <pc:sldMk cId="271730222" sldId="407"/>
            <ac:cxnSpMk id="12" creationId="{8C3C08B1-E7F7-F040-7CA6-DD374A9E3137}"/>
          </ac:cxnSpMkLst>
        </pc:cxnChg>
      </pc:sldChg>
      <pc:sldChg chg="addSp delSp modSp add mod modNotesTx">
        <pc:chgData name="Alex Lu" userId="4fb11abd-091b-4498-a086-6cab5411f523" providerId="ADAL" clId="{4BDD7BCB-6C77-4AF5-ACF5-1ADAF4CE1FED}" dt="2026-05-14T03:56:58.836" v="45798" actId="14100"/>
        <pc:sldMkLst>
          <pc:docMk/>
          <pc:sldMk cId="929306299" sldId="408"/>
        </pc:sldMkLst>
        <pc:spChg chg="mod">
          <ac:chgData name="Alex Lu" userId="4fb11abd-091b-4498-a086-6cab5411f523" providerId="ADAL" clId="{4BDD7BCB-6C77-4AF5-ACF5-1ADAF4CE1FED}" dt="2026-05-14T01:39:56.756" v="45608" actId="20577"/>
          <ac:spMkLst>
            <pc:docMk/>
            <pc:sldMk cId="929306299" sldId="408"/>
            <ac:spMk id="2" creationId="{DD74FB69-7178-A399-8762-B70C3F467E40}"/>
          </ac:spMkLst>
        </pc:spChg>
        <pc:spChg chg="add mod">
          <ac:chgData name="Alex Lu" userId="4fb11abd-091b-4498-a086-6cab5411f523" providerId="ADAL" clId="{4BDD7BCB-6C77-4AF5-ACF5-1ADAF4CE1FED}" dt="2026-05-12T14:54:05.113" v="9138" actId="20577"/>
          <ac:spMkLst>
            <pc:docMk/>
            <pc:sldMk cId="929306299" sldId="408"/>
            <ac:spMk id="13" creationId="{9EF8321C-B17C-6925-09A1-ACD831A46884}"/>
          </ac:spMkLst>
        </pc:spChg>
        <pc:spChg chg="add mod">
          <ac:chgData name="Alex Lu" userId="4fb11abd-091b-4498-a086-6cab5411f523" providerId="ADAL" clId="{4BDD7BCB-6C77-4AF5-ACF5-1ADAF4CE1FED}" dt="2026-05-14T03:56:44.264" v="45779" actId="1076"/>
          <ac:spMkLst>
            <pc:docMk/>
            <pc:sldMk cId="929306299" sldId="408"/>
            <ac:spMk id="15" creationId="{FA49EFDB-D63E-5650-9051-1A9BB3F21AB8}"/>
          </ac:spMkLst>
        </pc:spChg>
        <pc:spChg chg="add mod">
          <ac:chgData name="Alex Lu" userId="4fb11abd-091b-4498-a086-6cab5411f523" providerId="ADAL" clId="{4BDD7BCB-6C77-4AF5-ACF5-1ADAF4CE1FED}" dt="2026-05-14T03:56:37.334" v="45774" actId="1076"/>
          <ac:spMkLst>
            <pc:docMk/>
            <pc:sldMk cId="929306299" sldId="408"/>
            <ac:spMk id="18" creationId="{95F895A7-A10D-0E8D-7B94-E4478380A50E}"/>
          </ac:spMkLst>
        </pc:spChg>
        <pc:graphicFrameChg chg="add del mod">
          <ac:chgData name="Alex Lu" userId="4fb11abd-091b-4498-a086-6cab5411f523" providerId="ADAL" clId="{4BDD7BCB-6C77-4AF5-ACF5-1ADAF4CE1FED}" dt="2026-05-12T14:52:32.186" v="9019" actId="14100"/>
          <ac:graphicFrameMkLst>
            <pc:docMk/>
            <pc:sldMk cId="929306299" sldId="408"/>
            <ac:graphicFrameMk id="9" creationId="{DD4C383D-829D-E3E3-93D0-E61D0AD27DD7}"/>
          </ac:graphicFrameMkLst>
        </pc:graphicFrameChg>
        <pc:cxnChg chg="mod">
          <ac:chgData name="Alex Lu" userId="4fb11abd-091b-4498-a086-6cab5411f523" providerId="ADAL" clId="{4BDD7BCB-6C77-4AF5-ACF5-1ADAF4CE1FED}" dt="2026-05-14T03:56:58.836" v="45798" actId="14100"/>
          <ac:cxnSpMkLst>
            <pc:docMk/>
            <pc:sldMk cId="929306299" sldId="408"/>
            <ac:cxnSpMk id="10" creationId="{29127257-04FC-65D1-D111-36F3058BB2ED}"/>
          </ac:cxnSpMkLst>
        </pc:cxnChg>
        <pc:cxnChg chg="mod">
          <ac:chgData name="Alex Lu" userId="4fb11abd-091b-4498-a086-6cab5411f523" providerId="ADAL" clId="{4BDD7BCB-6C77-4AF5-ACF5-1ADAF4CE1FED}" dt="2026-05-14T03:56:26.237" v="45768" actId="14100"/>
          <ac:cxnSpMkLst>
            <pc:docMk/>
            <pc:sldMk cId="929306299" sldId="408"/>
            <ac:cxnSpMk id="12" creationId="{E0B8AC90-CF95-4C61-1211-F95BAF0C5309}"/>
          </ac:cxnSpMkLst>
        </pc:cxnChg>
      </pc:sldChg>
      <pc:sldChg chg="addSp delSp modSp add mod modAnim modNotesTx">
        <pc:chgData name="Alex Lu" userId="4fb11abd-091b-4498-a086-6cab5411f523" providerId="ADAL" clId="{4BDD7BCB-6C77-4AF5-ACF5-1ADAF4CE1FED}" dt="2026-05-14T01:40:29.179" v="45646" actId="20577"/>
        <pc:sldMkLst>
          <pc:docMk/>
          <pc:sldMk cId="3950237284" sldId="409"/>
        </pc:sldMkLst>
        <pc:spChg chg="mod">
          <ac:chgData name="Alex Lu" userId="4fb11abd-091b-4498-a086-6cab5411f523" providerId="ADAL" clId="{4BDD7BCB-6C77-4AF5-ACF5-1ADAF4CE1FED}" dt="2026-05-13T21:47:11.109" v="38249" actId="20577"/>
          <ac:spMkLst>
            <pc:docMk/>
            <pc:sldMk cId="3950237284" sldId="409"/>
            <ac:spMk id="2" creationId="{398B0B58-4497-EB5F-10B3-4210FD6FA07B}"/>
          </ac:spMkLst>
        </pc:spChg>
        <pc:picChg chg="add mod">
          <ac:chgData name="Alex Lu" userId="4fb11abd-091b-4498-a086-6cab5411f523" providerId="ADAL" clId="{4BDD7BCB-6C77-4AF5-ACF5-1ADAF4CE1FED}" dt="2026-05-13T23:09:16.890" v="39752" actId="1076"/>
          <ac:picMkLst>
            <pc:docMk/>
            <pc:sldMk cId="3950237284" sldId="409"/>
            <ac:picMk id="4" creationId="{EBA3B4D2-CF6D-70D9-F0E7-5C83B7981836}"/>
          </ac:picMkLst>
        </pc:picChg>
        <pc:picChg chg="add mod">
          <ac:chgData name="Alex Lu" userId="4fb11abd-091b-4498-a086-6cab5411f523" providerId="ADAL" clId="{4BDD7BCB-6C77-4AF5-ACF5-1ADAF4CE1FED}" dt="2026-05-13T23:09:17.915" v="39753" actId="1076"/>
          <ac:picMkLst>
            <pc:docMk/>
            <pc:sldMk cId="3950237284" sldId="409"/>
            <ac:picMk id="10" creationId="{92126F46-B918-E243-409C-D7C9AA158303}"/>
          </ac:picMkLst>
        </pc:picChg>
        <pc:picChg chg="add mod">
          <ac:chgData name="Alex Lu" userId="4fb11abd-091b-4498-a086-6cab5411f523" providerId="ADAL" clId="{4BDD7BCB-6C77-4AF5-ACF5-1ADAF4CE1FED}" dt="2026-05-13T23:11:02.493" v="39772" actId="1076"/>
          <ac:picMkLst>
            <pc:docMk/>
            <pc:sldMk cId="3950237284" sldId="409"/>
            <ac:picMk id="16" creationId="{643F5437-3242-D7D4-F6C4-51783DF0B43A}"/>
          </ac:picMkLst>
        </pc:picChg>
        <pc:picChg chg="add mod">
          <ac:chgData name="Alex Lu" userId="4fb11abd-091b-4498-a086-6cab5411f523" providerId="ADAL" clId="{4BDD7BCB-6C77-4AF5-ACF5-1ADAF4CE1FED}" dt="2026-05-13T23:11:08.828" v="39775" actId="1076"/>
          <ac:picMkLst>
            <pc:docMk/>
            <pc:sldMk cId="3950237284" sldId="409"/>
            <ac:picMk id="18" creationId="{F297D14E-34B4-267D-0AE0-B1566C8D76F3}"/>
          </ac:picMkLst>
        </pc:picChg>
        <pc:cxnChg chg="add mod">
          <ac:chgData name="Alex Lu" userId="4fb11abd-091b-4498-a086-6cab5411f523" providerId="ADAL" clId="{4BDD7BCB-6C77-4AF5-ACF5-1ADAF4CE1FED}" dt="2026-05-13T23:09:44.313" v="39759" actId="1582"/>
          <ac:cxnSpMkLst>
            <pc:docMk/>
            <pc:sldMk cId="3950237284" sldId="409"/>
            <ac:cxnSpMk id="11" creationId="{BF935FAC-D128-AC50-1CF6-01A414A7ABE9}"/>
          </ac:cxnSpMkLst>
        </pc:cxnChg>
        <pc:cxnChg chg="add mod">
          <ac:chgData name="Alex Lu" userId="4fb11abd-091b-4498-a086-6cab5411f523" providerId="ADAL" clId="{4BDD7BCB-6C77-4AF5-ACF5-1ADAF4CE1FED}" dt="2026-05-13T23:11:08.828" v="39775" actId="1076"/>
          <ac:cxnSpMkLst>
            <pc:docMk/>
            <pc:sldMk cId="3950237284" sldId="409"/>
            <ac:cxnSpMk id="14" creationId="{8805D911-1B4A-361A-8025-66E74716275E}"/>
          </ac:cxnSpMkLst>
        </pc:cxnChg>
      </pc:sldChg>
      <pc:sldChg chg="addSp delSp modSp add mod modAnim modNotesTx">
        <pc:chgData name="Alex Lu" userId="4fb11abd-091b-4498-a086-6cab5411f523" providerId="ADAL" clId="{4BDD7BCB-6C77-4AF5-ACF5-1ADAF4CE1FED}" dt="2026-05-13T23:32:15.129" v="41981" actId="20577"/>
        <pc:sldMkLst>
          <pc:docMk/>
          <pc:sldMk cId="4050325176" sldId="410"/>
        </pc:sldMkLst>
        <pc:spChg chg="mod">
          <ac:chgData name="Alex Lu" userId="4fb11abd-091b-4498-a086-6cab5411f523" providerId="ADAL" clId="{4BDD7BCB-6C77-4AF5-ACF5-1ADAF4CE1FED}" dt="2026-05-13T22:06:17.790" v="39721" actId="20577"/>
          <ac:spMkLst>
            <pc:docMk/>
            <pc:sldMk cId="4050325176" sldId="410"/>
            <ac:spMk id="2" creationId="{2B872D01-1FC6-79B8-5F30-B24D0931E9F4}"/>
          </ac:spMkLst>
        </pc:spChg>
        <pc:spChg chg="add mod">
          <ac:chgData name="Alex Lu" userId="4fb11abd-091b-4498-a086-6cab5411f523" providerId="ADAL" clId="{4BDD7BCB-6C77-4AF5-ACF5-1ADAF4CE1FED}" dt="2026-05-13T23:12:01.608" v="39852" actId="1076"/>
          <ac:spMkLst>
            <pc:docMk/>
            <pc:sldMk cId="4050325176" sldId="410"/>
            <ac:spMk id="4" creationId="{BB2BC88D-C25E-F648-963D-582FDA1DDA2A}"/>
          </ac:spMkLst>
        </pc:spChg>
        <pc:spChg chg="add mod">
          <ac:chgData name="Alex Lu" userId="4fb11abd-091b-4498-a086-6cab5411f523" providerId="ADAL" clId="{4BDD7BCB-6C77-4AF5-ACF5-1ADAF4CE1FED}" dt="2026-05-13T23:12:12.946" v="39864" actId="1076"/>
          <ac:spMkLst>
            <pc:docMk/>
            <pc:sldMk cId="4050325176" sldId="410"/>
            <ac:spMk id="6" creationId="{566A46F2-6A92-F010-F2DE-58603A0DB1E2}"/>
          </ac:spMkLst>
        </pc:spChg>
        <pc:spChg chg="add mod">
          <ac:chgData name="Alex Lu" userId="4fb11abd-091b-4498-a086-6cab5411f523" providerId="ADAL" clId="{4BDD7BCB-6C77-4AF5-ACF5-1ADAF4CE1FED}" dt="2026-05-13T23:12:36.809" v="39880" actId="1076"/>
          <ac:spMkLst>
            <pc:docMk/>
            <pc:sldMk cId="4050325176" sldId="410"/>
            <ac:spMk id="8" creationId="{E660A167-E33F-07D3-7969-48644E6491A3}"/>
          </ac:spMkLst>
        </pc:spChg>
        <pc:spChg chg="add mod">
          <ac:chgData name="Alex Lu" userId="4fb11abd-091b-4498-a086-6cab5411f523" providerId="ADAL" clId="{4BDD7BCB-6C77-4AF5-ACF5-1ADAF4CE1FED}" dt="2026-05-13T23:12:56.321" v="39886" actId="20577"/>
          <ac:spMkLst>
            <pc:docMk/>
            <pc:sldMk cId="4050325176" sldId="410"/>
            <ac:spMk id="10" creationId="{9D3DFCB9-3A45-DA68-E456-38E234327842}"/>
          </ac:spMkLst>
        </pc:spChg>
        <pc:spChg chg="add mod">
          <ac:chgData name="Alex Lu" userId="4fb11abd-091b-4498-a086-6cab5411f523" providerId="ADAL" clId="{4BDD7BCB-6C77-4AF5-ACF5-1ADAF4CE1FED}" dt="2026-05-13T23:13:21.590" v="39906" actId="20577"/>
          <ac:spMkLst>
            <pc:docMk/>
            <pc:sldMk cId="4050325176" sldId="410"/>
            <ac:spMk id="14" creationId="{86BA59AE-44CA-E507-4E3C-F1AA3F098215}"/>
          </ac:spMkLst>
        </pc:spChg>
        <pc:spChg chg="add mod">
          <ac:chgData name="Alex Lu" userId="4fb11abd-091b-4498-a086-6cab5411f523" providerId="ADAL" clId="{4BDD7BCB-6C77-4AF5-ACF5-1ADAF4CE1FED}" dt="2026-05-13T23:13:12.039" v="39901" actId="20577"/>
          <ac:spMkLst>
            <pc:docMk/>
            <pc:sldMk cId="4050325176" sldId="410"/>
            <ac:spMk id="20" creationId="{09B34633-8BDF-31DE-2FE7-B30090683CC4}"/>
          </ac:spMkLst>
        </pc:spChg>
        <pc:spChg chg="add mod">
          <ac:chgData name="Alex Lu" userId="4fb11abd-091b-4498-a086-6cab5411f523" providerId="ADAL" clId="{4BDD7BCB-6C77-4AF5-ACF5-1ADAF4CE1FED}" dt="2026-05-13T23:14:15.389" v="39961" actId="20577"/>
          <ac:spMkLst>
            <pc:docMk/>
            <pc:sldMk cId="4050325176" sldId="410"/>
            <ac:spMk id="22" creationId="{1A1FF202-2CDA-F34B-F1C4-D704801A10E6}"/>
          </ac:spMkLst>
        </pc:spChg>
        <pc:spChg chg="add mod">
          <ac:chgData name="Alex Lu" userId="4fb11abd-091b-4498-a086-6cab5411f523" providerId="ADAL" clId="{4BDD7BCB-6C77-4AF5-ACF5-1ADAF4CE1FED}" dt="2026-05-13T23:29:59.447" v="41362" actId="20577"/>
          <ac:spMkLst>
            <pc:docMk/>
            <pc:sldMk cId="4050325176" sldId="410"/>
            <ac:spMk id="24" creationId="{898F190A-723A-E5FA-66CF-D1E6D8CF2A82}"/>
          </ac:spMkLst>
        </pc:spChg>
        <pc:spChg chg="add mod">
          <ac:chgData name="Alex Lu" userId="4fb11abd-091b-4498-a086-6cab5411f523" providerId="ADAL" clId="{4BDD7BCB-6C77-4AF5-ACF5-1ADAF4CE1FED}" dt="2026-05-13T23:18:51.575" v="40162" actId="20577"/>
          <ac:spMkLst>
            <pc:docMk/>
            <pc:sldMk cId="4050325176" sldId="410"/>
            <ac:spMk id="26" creationId="{3AF57C75-DA14-2F00-129A-51B8CCCAB53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46880268015278E-2"/>
          <c:y val="5.0925925925925923E-2"/>
          <c:w val="0.93522168341762157"/>
          <c:h val="0.80555555555555558"/>
        </c:manualLayout>
      </c:layout>
      <c:barChart>
        <c:barDir val="col"/>
        <c:grouping val="clustered"/>
        <c:varyColors val="0"/>
        <c:ser>
          <c:idx val="0"/>
          <c:order val="0"/>
          <c:tx>
            <c:strRef>
              <c:f>Sheet2!$C$1</c:f>
              <c:strCache>
                <c:ptCount val="1"/>
                <c:pt idx="0">
                  <c:v>i3d_t</c:v>
                </c:pt>
              </c:strCache>
            </c:strRef>
          </c:tx>
          <c:spPr>
            <a:solidFill>
              <a:schemeClr val="accent1"/>
            </a:solidFill>
            <a:ln>
              <a:noFill/>
            </a:ln>
            <a:effectLst/>
          </c:spPr>
          <c:invertIfNegative val="0"/>
          <c:val>
            <c:numRef>
              <c:f>Sheet2!$C$2:$C$260</c:f>
              <c:numCache>
                <c:formatCode>General</c:formatCode>
                <c:ptCount val="259"/>
                <c:pt idx="0">
                  <c:v>2.0461616839999999</c:v>
                </c:pt>
                <c:pt idx="1">
                  <c:v>1.2455661179999999</c:v>
                </c:pt>
                <c:pt idx="2">
                  <c:v>1.112547768</c:v>
                </c:pt>
                <c:pt idx="3">
                  <c:v>0.89285016650000004</c:v>
                </c:pt>
                <c:pt idx="4">
                  <c:v>0.81034149629999996</c:v>
                </c:pt>
                <c:pt idx="5">
                  <c:v>0.73777884729999998</c:v>
                </c:pt>
                <c:pt idx="6">
                  <c:v>0.72259854459999995</c:v>
                </c:pt>
                <c:pt idx="7">
                  <c:v>0.70795096479999997</c:v>
                </c:pt>
                <c:pt idx="8">
                  <c:v>0.59599941099999998</c:v>
                </c:pt>
                <c:pt idx="9">
                  <c:v>0.58740419269999999</c:v>
                </c:pt>
                <c:pt idx="10">
                  <c:v>0.57719643629999995</c:v>
                </c:pt>
                <c:pt idx="11">
                  <c:v>0.47536580849999999</c:v>
                </c:pt>
                <c:pt idx="12">
                  <c:v>0.2057569699</c:v>
                </c:pt>
                <c:pt idx="13">
                  <c:v>9.4123175140000001E-2</c:v>
                </c:pt>
                <c:pt idx="14">
                  <c:v>-9.5923731870000001E-2</c:v>
                </c:pt>
                <c:pt idx="15">
                  <c:v>-0.1021041462</c:v>
                </c:pt>
                <c:pt idx="16">
                  <c:v>-0.1268226328</c:v>
                </c:pt>
                <c:pt idx="17">
                  <c:v>-0.24470691929999999</c:v>
                </c:pt>
                <c:pt idx="18">
                  <c:v>-0.29765359400000002</c:v>
                </c:pt>
                <c:pt idx="19">
                  <c:v>-0.4414614053</c:v>
                </c:pt>
                <c:pt idx="20">
                  <c:v>-0.48995513880000002</c:v>
                </c:pt>
                <c:pt idx="21">
                  <c:v>-0.49383567769999998</c:v>
                </c:pt>
                <c:pt idx="22">
                  <c:v>-0.52165534540000003</c:v>
                </c:pt>
                <c:pt idx="23">
                  <c:v>-0.555267332</c:v>
                </c:pt>
                <c:pt idx="24">
                  <c:v>-0.57947913770000004</c:v>
                </c:pt>
                <c:pt idx="25">
                  <c:v>-0.59362241989999998</c:v>
                </c:pt>
                <c:pt idx="26">
                  <c:v>-0.6285849188</c:v>
                </c:pt>
                <c:pt idx="27">
                  <c:v>-0.63013516680000004</c:v>
                </c:pt>
                <c:pt idx="28">
                  <c:v>-0.67577842639999997</c:v>
                </c:pt>
                <c:pt idx="29">
                  <c:v>-0.67919350060000006</c:v>
                </c:pt>
                <c:pt idx="30">
                  <c:v>-0.73267938070000005</c:v>
                </c:pt>
                <c:pt idx="31">
                  <c:v>-0.7547570052</c:v>
                </c:pt>
                <c:pt idx="32">
                  <c:v>-0.7696154838</c:v>
                </c:pt>
                <c:pt idx="33">
                  <c:v>-0.81236631849999996</c:v>
                </c:pt>
                <c:pt idx="34">
                  <c:v>-0.82103765500000003</c:v>
                </c:pt>
                <c:pt idx="35">
                  <c:v>-0.83588708879999996</c:v>
                </c:pt>
                <c:pt idx="36">
                  <c:v>-0.86738521059999996</c:v>
                </c:pt>
                <c:pt idx="37">
                  <c:v>-0.89435040740000005</c:v>
                </c:pt>
                <c:pt idx="38">
                  <c:v>-0.95545655269999996</c:v>
                </c:pt>
                <c:pt idx="39">
                  <c:v>-1.0069277940000001</c:v>
                </c:pt>
                <c:pt idx="40">
                  <c:v>-1.089968423</c:v>
                </c:pt>
                <c:pt idx="41">
                  <c:v>-1.1238584060000001</c:v>
                </c:pt>
                <c:pt idx="42">
                  <c:v>-1.1646045629999999</c:v>
                </c:pt>
                <c:pt idx="43">
                  <c:v>-1.1929606669999999</c:v>
                </c:pt>
                <c:pt idx="44">
                  <c:v>-1.1936066400000001</c:v>
                </c:pt>
                <c:pt idx="45">
                  <c:v>-1.207249499</c:v>
                </c:pt>
                <c:pt idx="46">
                  <c:v>-1.2447919140000001</c:v>
                </c:pt>
                <c:pt idx="47">
                  <c:v>-1.252686111</c:v>
                </c:pt>
                <c:pt idx="48">
                  <c:v>-1.277215671</c:v>
                </c:pt>
                <c:pt idx="49">
                  <c:v>-1.2971837719999999</c:v>
                </c:pt>
                <c:pt idx="50">
                  <c:v>-1.3337091379999999</c:v>
                </c:pt>
                <c:pt idx="51">
                  <c:v>-1.3747137460000001</c:v>
                </c:pt>
                <c:pt idx="52">
                  <c:v>-1.4046777070000001</c:v>
                </c:pt>
                <c:pt idx="53">
                  <c:v>-1.4216130259999999</c:v>
                </c:pt>
                <c:pt idx="54">
                  <c:v>-1.4408495720000001</c:v>
                </c:pt>
                <c:pt idx="55">
                  <c:v>-1.4425257979999999</c:v>
                </c:pt>
                <c:pt idx="56">
                  <c:v>-1.4457162560000001</c:v>
                </c:pt>
                <c:pt idx="57">
                  <c:v>-1.4627639699999999</c:v>
                </c:pt>
                <c:pt idx="58">
                  <c:v>-1.5487414159999999</c:v>
                </c:pt>
                <c:pt idx="59">
                  <c:v>-1.5626702130000001</c:v>
                </c:pt>
                <c:pt idx="60">
                  <c:v>-1.571669462</c:v>
                </c:pt>
                <c:pt idx="61">
                  <c:v>-1.585776539</c:v>
                </c:pt>
                <c:pt idx="62">
                  <c:v>-1.588550304</c:v>
                </c:pt>
                <c:pt idx="63">
                  <c:v>-1.594361827</c:v>
                </c:pt>
                <c:pt idx="64">
                  <c:v>-1.6084456389999999</c:v>
                </c:pt>
                <c:pt idx="65">
                  <c:v>-1.6763684029999999</c:v>
                </c:pt>
                <c:pt idx="66">
                  <c:v>-1.6799567209999999</c:v>
                </c:pt>
                <c:pt idx="67">
                  <c:v>-1.7045742859999999</c:v>
                </c:pt>
                <c:pt idx="68">
                  <c:v>-1.742490415</c:v>
                </c:pt>
                <c:pt idx="69">
                  <c:v>-1.75366266</c:v>
                </c:pt>
                <c:pt idx="70">
                  <c:v>-1.7923897339999999</c:v>
                </c:pt>
                <c:pt idx="71">
                  <c:v>-1.818928195</c:v>
                </c:pt>
                <c:pt idx="72">
                  <c:v>-1.8334236690000001</c:v>
                </c:pt>
                <c:pt idx="73">
                  <c:v>-1.8492305339999999</c:v>
                </c:pt>
                <c:pt idx="74">
                  <c:v>-1.8706057920000001</c:v>
                </c:pt>
                <c:pt idx="75">
                  <c:v>-1.8987527420000001</c:v>
                </c:pt>
                <c:pt idx="76">
                  <c:v>-1.9058714649999999</c:v>
                </c:pt>
                <c:pt idx="77">
                  <c:v>-1.905925818</c:v>
                </c:pt>
                <c:pt idx="78">
                  <c:v>-2.0217892530000001</c:v>
                </c:pt>
                <c:pt idx="79">
                  <c:v>-2.0290074589999998</c:v>
                </c:pt>
                <c:pt idx="80">
                  <c:v>-2.0305333289999998</c:v>
                </c:pt>
                <c:pt idx="81">
                  <c:v>-2.0626103269999998</c:v>
                </c:pt>
                <c:pt idx="82">
                  <c:v>-2.1904966149999998</c:v>
                </c:pt>
                <c:pt idx="83">
                  <c:v>-2.2686369879999999</c:v>
                </c:pt>
                <c:pt idx="84">
                  <c:v>-2.3670052739999998</c:v>
                </c:pt>
                <c:pt idx="85">
                  <c:v>-2.4175428299999999</c:v>
                </c:pt>
                <c:pt idx="86">
                  <c:v>-2.4436280589999999</c:v>
                </c:pt>
                <c:pt idx="87">
                  <c:v>-2.5661415220000001</c:v>
                </c:pt>
                <c:pt idx="88">
                  <c:v>-2.5875033379999999</c:v>
                </c:pt>
                <c:pt idx="89">
                  <c:v>-2.588743885</c:v>
                </c:pt>
                <c:pt idx="90">
                  <c:v>-2.6830115960000001</c:v>
                </c:pt>
                <c:pt idx="91">
                  <c:v>-2.7289979799999999</c:v>
                </c:pt>
                <c:pt idx="92">
                  <c:v>-2.7347309590000002</c:v>
                </c:pt>
                <c:pt idx="93">
                  <c:v>-2.7627627819999998</c:v>
                </c:pt>
                <c:pt idx="94">
                  <c:v>-2.912998993</c:v>
                </c:pt>
                <c:pt idx="95">
                  <c:v>-2.9145304919999999</c:v>
                </c:pt>
                <c:pt idx="96">
                  <c:v>-2.9225412990000001</c:v>
                </c:pt>
                <c:pt idx="97">
                  <c:v>-2.93171888</c:v>
                </c:pt>
                <c:pt idx="98">
                  <c:v>-2.9789389270000002</c:v>
                </c:pt>
                <c:pt idx="99">
                  <c:v>-3.104723941</c:v>
                </c:pt>
                <c:pt idx="100">
                  <c:v>-3.1366597270000001</c:v>
                </c:pt>
                <c:pt idx="101">
                  <c:v>-3.2315783269999998</c:v>
                </c:pt>
                <c:pt idx="102">
                  <c:v>-3.2386349110000001</c:v>
                </c:pt>
                <c:pt idx="103">
                  <c:v>-3.3346638159999999</c:v>
                </c:pt>
                <c:pt idx="104">
                  <c:v>-3.4152576219999999</c:v>
                </c:pt>
                <c:pt idx="105">
                  <c:v>-3.446161381</c:v>
                </c:pt>
                <c:pt idx="106">
                  <c:v>-3.6156751429999998</c:v>
                </c:pt>
                <c:pt idx="107">
                  <c:v>-3.6172206309999999</c:v>
                </c:pt>
                <c:pt idx="108">
                  <c:v>-3.6446519309999998</c:v>
                </c:pt>
                <c:pt idx="109">
                  <c:v>-3.652341464</c:v>
                </c:pt>
                <c:pt idx="110">
                  <c:v>-3.6614821869999998</c:v>
                </c:pt>
                <c:pt idx="111">
                  <c:v>-3.6690328550000002</c:v>
                </c:pt>
                <c:pt idx="112">
                  <c:v>-3.7245024390000001</c:v>
                </c:pt>
                <c:pt idx="113">
                  <c:v>-3.8161828080000002</c:v>
                </c:pt>
                <c:pt idx="114">
                  <c:v>-3.828778153</c:v>
                </c:pt>
                <c:pt idx="115">
                  <c:v>-3.8300954319999998</c:v>
                </c:pt>
                <c:pt idx="116">
                  <c:v>-3.8584160569999999</c:v>
                </c:pt>
                <c:pt idx="117">
                  <c:v>-3.923782112</c:v>
                </c:pt>
                <c:pt idx="118">
                  <c:v>-3.958750394</c:v>
                </c:pt>
                <c:pt idx="119">
                  <c:v>-3.9625025530000002</c:v>
                </c:pt>
                <c:pt idx="120">
                  <c:v>-3.9780877320000001</c:v>
                </c:pt>
                <c:pt idx="121">
                  <c:v>-4.0279442779999997</c:v>
                </c:pt>
                <c:pt idx="122">
                  <c:v>-4.0502088369999996</c:v>
                </c:pt>
                <c:pt idx="123">
                  <c:v>-4.0838218570000002</c:v>
                </c:pt>
                <c:pt idx="124">
                  <c:v>-4.11882853</c:v>
                </c:pt>
                <c:pt idx="125">
                  <c:v>-4.1278531039999997</c:v>
                </c:pt>
                <c:pt idx="126">
                  <c:v>-4.1867211329999998</c:v>
                </c:pt>
                <c:pt idx="127">
                  <c:v>-4.2172899519999998</c:v>
                </c:pt>
                <c:pt idx="128">
                  <c:v>-4.225514123</c:v>
                </c:pt>
                <c:pt idx="129">
                  <c:v>-4.3480476660000003</c:v>
                </c:pt>
                <c:pt idx="130">
                  <c:v>-4.3715562820000002</c:v>
                </c:pt>
                <c:pt idx="131">
                  <c:v>-4.4626713110000003</c:v>
                </c:pt>
                <c:pt idx="132">
                  <c:v>-4.5074902559999996</c:v>
                </c:pt>
                <c:pt idx="133">
                  <c:v>-4.5378693429999997</c:v>
                </c:pt>
                <c:pt idx="134">
                  <c:v>-4.6005702770000001</c:v>
                </c:pt>
                <c:pt idx="135">
                  <c:v>-4.6053394839999999</c:v>
                </c:pt>
                <c:pt idx="136">
                  <c:v>-4.7150700309999998</c:v>
                </c:pt>
                <c:pt idx="137">
                  <c:v>-4.7672389419999996</c:v>
                </c:pt>
                <c:pt idx="138">
                  <c:v>-4.7751501430000003</c:v>
                </c:pt>
                <c:pt idx="139">
                  <c:v>-4.8272944689999999</c:v>
                </c:pt>
                <c:pt idx="140">
                  <c:v>-4.8649892179999998</c:v>
                </c:pt>
                <c:pt idx="141">
                  <c:v>-4.8847204959999999</c:v>
                </c:pt>
                <c:pt idx="142">
                  <c:v>-4.8861585310000004</c:v>
                </c:pt>
                <c:pt idx="143">
                  <c:v>-4.8979831159999998</c:v>
                </c:pt>
                <c:pt idx="144">
                  <c:v>-4.8985565380000002</c:v>
                </c:pt>
                <c:pt idx="145">
                  <c:v>-4.9027593779999998</c:v>
                </c:pt>
                <c:pt idx="146">
                  <c:v>-4.9947641379999999</c:v>
                </c:pt>
                <c:pt idx="147">
                  <c:v>-5.082880405</c:v>
                </c:pt>
                <c:pt idx="148">
                  <c:v>-5.2660458160000001</c:v>
                </c:pt>
                <c:pt idx="149">
                  <c:v>-5.269395576</c:v>
                </c:pt>
                <c:pt idx="150">
                  <c:v>-5.276066514</c:v>
                </c:pt>
                <c:pt idx="151">
                  <c:v>-5.2775923530000002</c:v>
                </c:pt>
                <c:pt idx="152">
                  <c:v>-5.306652133</c:v>
                </c:pt>
                <c:pt idx="153">
                  <c:v>-5.3294406099999998</c:v>
                </c:pt>
                <c:pt idx="154">
                  <c:v>-5.3719625820000001</c:v>
                </c:pt>
                <c:pt idx="155">
                  <c:v>-5.4331018310000001</c:v>
                </c:pt>
                <c:pt idx="156">
                  <c:v>-5.4547576390000003</c:v>
                </c:pt>
                <c:pt idx="157">
                  <c:v>-5.5195651549999996</c:v>
                </c:pt>
                <c:pt idx="158">
                  <c:v>-5.6421861069999997</c:v>
                </c:pt>
                <c:pt idx="159">
                  <c:v>-5.6511049179999997</c:v>
                </c:pt>
                <c:pt idx="160">
                  <c:v>-5.6925052230000004</c:v>
                </c:pt>
                <c:pt idx="161">
                  <c:v>-5.6995193520000003</c:v>
                </c:pt>
                <c:pt idx="162">
                  <c:v>-5.7719900839999996</c:v>
                </c:pt>
                <c:pt idx="163">
                  <c:v>-5.8504539360000001</c:v>
                </c:pt>
                <c:pt idx="164">
                  <c:v>-5.8605458119999998</c:v>
                </c:pt>
                <c:pt idx="165">
                  <c:v>-5.9010331420000002</c:v>
                </c:pt>
                <c:pt idx="166">
                  <c:v>-5.9180210750000004</c:v>
                </c:pt>
                <c:pt idx="167">
                  <c:v>-5.9343559690000003</c:v>
                </c:pt>
                <c:pt idx="168">
                  <c:v>-5.9621577690000001</c:v>
                </c:pt>
                <c:pt idx="169">
                  <c:v>-6.0332202329999998</c:v>
                </c:pt>
                <c:pt idx="170">
                  <c:v>-6.0683073270000003</c:v>
                </c:pt>
                <c:pt idx="171">
                  <c:v>-6.0840722700000001</c:v>
                </c:pt>
                <c:pt idx="172">
                  <c:v>-6.1373672050000003</c:v>
                </c:pt>
                <c:pt idx="173">
                  <c:v>-6.1559319559999999</c:v>
                </c:pt>
                <c:pt idx="174">
                  <c:v>-6.1838992609999996</c:v>
                </c:pt>
                <c:pt idx="175">
                  <c:v>-6.1952389449999998</c:v>
                </c:pt>
                <c:pt idx="176">
                  <c:v>-6.240733369</c:v>
                </c:pt>
                <c:pt idx="177">
                  <c:v>-6.2584964059999999</c:v>
                </c:pt>
                <c:pt idx="178">
                  <c:v>-6.2963905210000002</c:v>
                </c:pt>
                <c:pt idx="179">
                  <c:v>-6.3599170479999998</c:v>
                </c:pt>
                <c:pt idx="180">
                  <c:v>-6.3918812279999999</c:v>
                </c:pt>
                <c:pt idx="181">
                  <c:v>-6.4208011789999997</c:v>
                </c:pt>
                <c:pt idx="182">
                  <c:v>-6.472354277</c:v>
                </c:pt>
                <c:pt idx="183">
                  <c:v>-6.5229899060000003</c:v>
                </c:pt>
                <c:pt idx="184">
                  <c:v>-6.6051922049999998</c:v>
                </c:pt>
                <c:pt idx="185">
                  <c:v>-6.6535831849999996</c:v>
                </c:pt>
                <c:pt idx="186">
                  <c:v>-6.7207640450000001</c:v>
                </c:pt>
                <c:pt idx="187">
                  <c:v>-6.790508569</c:v>
                </c:pt>
                <c:pt idx="188">
                  <c:v>-6.9126338629999999</c:v>
                </c:pt>
                <c:pt idx="189">
                  <c:v>-7.1144869760000002</c:v>
                </c:pt>
                <c:pt idx="190">
                  <c:v>-7.1170794009999998</c:v>
                </c:pt>
                <c:pt idx="191">
                  <c:v>-7.1883135969999996</c:v>
                </c:pt>
                <c:pt idx="192">
                  <c:v>-7.2986859690000001</c:v>
                </c:pt>
                <c:pt idx="193">
                  <c:v>-7.3425507000000003</c:v>
                </c:pt>
                <c:pt idx="194">
                  <c:v>-7.3816539429999999</c:v>
                </c:pt>
                <c:pt idx="195">
                  <c:v>-7.5426979210000002</c:v>
                </c:pt>
                <c:pt idx="196">
                  <c:v>-7.5672859499999996</c:v>
                </c:pt>
                <c:pt idx="197">
                  <c:v>-7.6308698750000001</c:v>
                </c:pt>
                <c:pt idx="198">
                  <c:v>-7.6354140590000004</c:v>
                </c:pt>
                <c:pt idx="199">
                  <c:v>-7.6458811290000002</c:v>
                </c:pt>
                <c:pt idx="200">
                  <c:v>-7.7123729049999996</c:v>
                </c:pt>
                <c:pt idx="201">
                  <c:v>-7.7428539919999997</c:v>
                </c:pt>
                <c:pt idx="202">
                  <c:v>-7.7629467319999996</c:v>
                </c:pt>
                <c:pt idx="203">
                  <c:v>-7.8227213039999999</c:v>
                </c:pt>
                <c:pt idx="204">
                  <c:v>-7.8448599010000004</c:v>
                </c:pt>
                <c:pt idx="205">
                  <c:v>-7.971599887</c:v>
                </c:pt>
                <c:pt idx="206">
                  <c:v>-7.9915274089999997</c:v>
                </c:pt>
                <c:pt idx="207">
                  <c:v>-8.0098433870000001</c:v>
                </c:pt>
                <c:pt idx="208">
                  <c:v>-8.0852640020000006</c:v>
                </c:pt>
                <c:pt idx="209">
                  <c:v>-8.0965210229999993</c:v>
                </c:pt>
                <c:pt idx="210">
                  <c:v>-8.1480143839999997</c:v>
                </c:pt>
                <c:pt idx="211">
                  <c:v>-8.2149229330000004</c:v>
                </c:pt>
                <c:pt idx="212">
                  <c:v>-8.3091145700000002</c:v>
                </c:pt>
                <c:pt idx="213">
                  <c:v>-8.3994723639999993</c:v>
                </c:pt>
                <c:pt idx="214">
                  <c:v>-8.4138246999999993</c:v>
                </c:pt>
                <c:pt idx="215">
                  <c:v>-8.4173632549999997</c:v>
                </c:pt>
                <c:pt idx="216">
                  <c:v>-8.4178101000000005</c:v>
                </c:pt>
                <c:pt idx="217">
                  <c:v>-8.5970616260000003</c:v>
                </c:pt>
                <c:pt idx="218">
                  <c:v>-8.7503722600000007</c:v>
                </c:pt>
                <c:pt idx="219">
                  <c:v>-8.8167806360000007</c:v>
                </c:pt>
                <c:pt idx="220">
                  <c:v>-8.9143830130000001</c:v>
                </c:pt>
                <c:pt idx="221">
                  <c:v>-8.9297834859999998</c:v>
                </c:pt>
                <c:pt idx="222">
                  <c:v>-9.3140738939999999</c:v>
                </c:pt>
                <c:pt idx="223">
                  <c:v>-9.3587611739999996</c:v>
                </c:pt>
                <c:pt idx="224">
                  <c:v>-9.3833101039999995</c:v>
                </c:pt>
                <c:pt idx="225">
                  <c:v>-9.4080434440000005</c:v>
                </c:pt>
                <c:pt idx="226">
                  <c:v>-9.7361704539999998</c:v>
                </c:pt>
                <c:pt idx="227">
                  <c:v>-10.173638260000001</c:v>
                </c:pt>
                <c:pt idx="228">
                  <c:v>-10.197968639999999</c:v>
                </c:pt>
                <c:pt idx="229">
                  <c:v>-10.231970280000001</c:v>
                </c:pt>
                <c:pt idx="230">
                  <c:v>-10.2671803</c:v>
                </c:pt>
                <c:pt idx="231">
                  <c:v>-10.42221062</c:v>
                </c:pt>
                <c:pt idx="232">
                  <c:v>-10.55683258</c:v>
                </c:pt>
                <c:pt idx="233">
                  <c:v>-10.726499069999999</c:v>
                </c:pt>
                <c:pt idx="234">
                  <c:v>-10.79348615</c:v>
                </c:pt>
                <c:pt idx="235">
                  <c:v>-10.846030539999999</c:v>
                </c:pt>
                <c:pt idx="236">
                  <c:v>-10.86534943</c:v>
                </c:pt>
                <c:pt idx="237">
                  <c:v>-11.638842240000001</c:v>
                </c:pt>
                <c:pt idx="238">
                  <c:v>-11.78478033</c:v>
                </c:pt>
                <c:pt idx="239">
                  <c:v>-11.87594884</c:v>
                </c:pt>
                <c:pt idx="240">
                  <c:v>-12.05436995</c:v>
                </c:pt>
                <c:pt idx="241">
                  <c:v>-12.05687082</c:v>
                </c:pt>
                <c:pt idx="242">
                  <c:v>-12.10160495</c:v>
                </c:pt>
                <c:pt idx="243">
                  <c:v>-12.118295760000001</c:v>
                </c:pt>
                <c:pt idx="244">
                  <c:v>-12.146092019999999</c:v>
                </c:pt>
                <c:pt idx="245">
                  <c:v>-12.418375019999999</c:v>
                </c:pt>
                <c:pt idx="246">
                  <c:v>-12.80494365</c:v>
                </c:pt>
                <c:pt idx="247">
                  <c:v>-13.37093439</c:v>
                </c:pt>
                <c:pt idx="248">
                  <c:v>-13.48255816</c:v>
                </c:pt>
                <c:pt idx="249">
                  <c:v>-14.1746643</c:v>
                </c:pt>
                <c:pt idx="250">
                  <c:v>-14.200301039999999</c:v>
                </c:pt>
                <c:pt idx="251">
                  <c:v>-14.276395170000001</c:v>
                </c:pt>
                <c:pt idx="252">
                  <c:v>-14.7623921</c:v>
                </c:pt>
                <c:pt idx="253">
                  <c:v>-15.31872396</c:v>
                </c:pt>
                <c:pt idx="254">
                  <c:v>-15.32818698</c:v>
                </c:pt>
                <c:pt idx="255">
                  <c:v>-16.041402940000001</c:v>
                </c:pt>
                <c:pt idx="256">
                  <c:v>-16.989058750000002</c:v>
                </c:pt>
                <c:pt idx="257">
                  <c:v>-21.4228089</c:v>
                </c:pt>
                <c:pt idx="258">
                  <c:v>-27.176671519999999</c:v>
                </c:pt>
              </c:numCache>
            </c:numRef>
          </c:val>
          <c:extLst>
            <c:ext xmlns:c16="http://schemas.microsoft.com/office/drawing/2014/chart" uri="{C3380CC4-5D6E-409C-BE32-E72D297353CC}">
              <c16:uniqueId val="{00000000-1690-479C-A71D-AF6F212BCB86}"/>
            </c:ext>
          </c:extLst>
        </c:ser>
        <c:dLbls>
          <c:showLegendKey val="0"/>
          <c:showVal val="0"/>
          <c:showCatName val="0"/>
          <c:showSerName val="0"/>
          <c:showPercent val="0"/>
          <c:showBubbleSize val="0"/>
        </c:dLbls>
        <c:gapWidth val="100"/>
        <c:overlap val="-27"/>
        <c:axId val="652245808"/>
        <c:axId val="640333200"/>
      </c:barChart>
      <c:catAx>
        <c:axId val="652245808"/>
        <c:scaling>
          <c:orientation val="minMax"/>
        </c:scaling>
        <c:delete val="1"/>
        <c:axPos val="b"/>
        <c:majorTickMark val="none"/>
        <c:minorTickMark val="none"/>
        <c:tickLblPos val="nextTo"/>
        <c:crossAx val="640333200"/>
        <c:crossesAt val="-2.0149999999999997"/>
        <c:auto val="1"/>
        <c:lblAlgn val="ctr"/>
        <c:lblOffset val="100"/>
        <c:noMultiLvlLbl val="0"/>
      </c:catAx>
      <c:valAx>
        <c:axId val="640333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22458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Sheet2!$C$1</c:f>
              <c:strCache>
                <c:ptCount val="1"/>
                <c:pt idx="0">
                  <c:v>i3d_t</c:v>
                </c:pt>
              </c:strCache>
            </c:strRef>
          </c:tx>
          <c:spPr>
            <a:solidFill>
              <a:schemeClr val="bg1"/>
            </a:solidFill>
            <a:ln>
              <a:noFill/>
            </a:ln>
            <a:effectLst/>
          </c:spPr>
          <c:invertIfNegative val="0"/>
          <c:val>
            <c:numRef>
              <c:f>Sheet2!$C$2:$C$260</c:f>
              <c:numCache>
                <c:formatCode>General</c:formatCode>
                <c:ptCount val="259"/>
                <c:pt idx="0">
                  <c:v>2.0461616839999999</c:v>
                </c:pt>
                <c:pt idx="1">
                  <c:v>1.2455661179999999</c:v>
                </c:pt>
                <c:pt idx="2">
                  <c:v>1.112547768</c:v>
                </c:pt>
                <c:pt idx="3">
                  <c:v>0.89285016650000004</c:v>
                </c:pt>
                <c:pt idx="4">
                  <c:v>0.81034149629999996</c:v>
                </c:pt>
                <c:pt idx="5">
                  <c:v>0.73777884729999998</c:v>
                </c:pt>
                <c:pt idx="6">
                  <c:v>0.72259854459999995</c:v>
                </c:pt>
                <c:pt idx="7">
                  <c:v>0.70795096479999997</c:v>
                </c:pt>
                <c:pt idx="8">
                  <c:v>0.59599941099999998</c:v>
                </c:pt>
                <c:pt idx="9">
                  <c:v>0.58740419269999999</c:v>
                </c:pt>
                <c:pt idx="10">
                  <c:v>0.57719643629999995</c:v>
                </c:pt>
                <c:pt idx="11">
                  <c:v>0.47536580849999999</c:v>
                </c:pt>
                <c:pt idx="12">
                  <c:v>0.2057569699</c:v>
                </c:pt>
                <c:pt idx="13">
                  <c:v>9.4123175140000001E-2</c:v>
                </c:pt>
                <c:pt idx="14">
                  <c:v>-9.5923731870000001E-2</c:v>
                </c:pt>
                <c:pt idx="15">
                  <c:v>-0.1021041462</c:v>
                </c:pt>
                <c:pt idx="16">
                  <c:v>-0.1268226328</c:v>
                </c:pt>
                <c:pt idx="17">
                  <c:v>-0.24470691929999999</c:v>
                </c:pt>
                <c:pt idx="18">
                  <c:v>-0.29765359400000002</c:v>
                </c:pt>
                <c:pt idx="19">
                  <c:v>-0.4414614053</c:v>
                </c:pt>
                <c:pt idx="20">
                  <c:v>-0.48995513880000002</c:v>
                </c:pt>
                <c:pt idx="21">
                  <c:v>-0.49383567769999998</c:v>
                </c:pt>
                <c:pt idx="22">
                  <c:v>-0.52165534540000003</c:v>
                </c:pt>
                <c:pt idx="23">
                  <c:v>-0.555267332</c:v>
                </c:pt>
                <c:pt idx="24">
                  <c:v>-0.57947913770000004</c:v>
                </c:pt>
                <c:pt idx="25">
                  <c:v>-0.59362241989999998</c:v>
                </c:pt>
                <c:pt idx="26">
                  <c:v>-0.6285849188</c:v>
                </c:pt>
                <c:pt idx="27">
                  <c:v>-0.63013516680000004</c:v>
                </c:pt>
                <c:pt idx="28">
                  <c:v>-0.67577842639999997</c:v>
                </c:pt>
                <c:pt idx="29">
                  <c:v>-0.67919350060000006</c:v>
                </c:pt>
                <c:pt idx="30">
                  <c:v>-0.73267938070000005</c:v>
                </c:pt>
                <c:pt idx="31">
                  <c:v>-0.7547570052</c:v>
                </c:pt>
                <c:pt idx="32">
                  <c:v>-0.7696154838</c:v>
                </c:pt>
                <c:pt idx="33">
                  <c:v>-0.81236631849999996</c:v>
                </c:pt>
                <c:pt idx="34">
                  <c:v>-0.82103765500000003</c:v>
                </c:pt>
                <c:pt idx="35">
                  <c:v>-0.83588708879999996</c:v>
                </c:pt>
                <c:pt idx="36">
                  <c:v>-0.86738521059999996</c:v>
                </c:pt>
                <c:pt idx="37">
                  <c:v>-0.89435040740000005</c:v>
                </c:pt>
                <c:pt idx="38">
                  <c:v>-0.95545655269999996</c:v>
                </c:pt>
                <c:pt idx="39">
                  <c:v>-1.0069277940000001</c:v>
                </c:pt>
                <c:pt idx="40">
                  <c:v>-1.089968423</c:v>
                </c:pt>
                <c:pt idx="41">
                  <c:v>-1.1238584060000001</c:v>
                </c:pt>
                <c:pt idx="42">
                  <c:v>-1.1646045629999999</c:v>
                </c:pt>
                <c:pt idx="43">
                  <c:v>-1.1929606669999999</c:v>
                </c:pt>
                <c:pt idx="44">
                  <c:v>-1.1936066400000001</c:v>
                </c:pt>
                <c:pt idx="45">
                  <c:v>-1.207249499</c:v>
                </c:pt>
                <c:pt idx="46">
                  <c:v>-1.2447919140000001</c:v>
                </c:pt>
                <c:pt idx="47">
                  <c:v>-1.252686111</c:v>
                </c:pt>
                <c:pt idx="48">
                  <c:v>-1.277215671</c:v>
                </c:pt>
                <c:pt idx="49">
                  <c:v>-1.2971837719999999</c:v>
                </c:pt>
                <c:pt idx="50">
                  <c:v>-1.3337091379999999</c:v>
                </c:pt>
                <c:pt idx="51">
                  <c:v>-1.3747137460000001</c:v>
                </c:pt>
                <c:pt idx="52">
                  <c:v>-1.4046777070000001</c:v>
                </c:pt>
                <c:pt idx="53">
                  <c:v>-1.4216130259999999</c:v>
                </c:pt>
                <c:pt idx="54">
                  <c:v>-1.4408495720000001</c:v>
                </c:pt>
                <c:pt idx="55">
                  <c:v>-1.4425257979999999</c:v>
                </c:pt>
                <c:pt idx="56">
                  <c:v>-1.4457162560000001</c:v>
                </c:pt>
                <c:pt idx="57">
                  <c:v>-1.4627639699999999</c:v>
                </c:pt>
                <c:pt idx="58">
                  <c:v>-1.5487414159999999</c:v>
                </c:pt>
                <c:pt idx="59">
                  <c:v>-1.5626702130000001</c:v>
                </c:pt>
                <c:pt idx="60">
                  <c:v>-1.571669462</c:v>
                </c:pt>
                <c:pt idx="61">
                  <c:v>-1.585776539</c:v>
                </c:pt>
                <c:pt idx="62">
                  <c:v>-1.588550304</c:v>
                </c:pt>
                <c:pt idx="63">
                  <c:v>-1.594361827</c:v>
                </c:pt>
                <c:pt idx="64">
                  <c:v>-1.6084456389999999</c:v>
                </c:pt>
                <c:pt idx="65">
                  <c:v>-1.6763684029999999</c:v>
                </c:pt>
                <c:pt idx="66">
                  <c:v>-1.6799567209999999</c:v>
                </c:pt>
                <c:pt idx="67">
                  <c:v>-1.7045742859999999</c:v>
                </c:pt>
                <c:pt idx="68">
                  <c:v>-1.742490415</c:v>
                </c:pt>
                <c:pt idx="69">
                  <c:v>-1.75366266</c:v>
                </c:pt>
                <c:pt idx="70">
                  <c:v>-1.7923897339999999</c:v>
                </c:pt>
                <c:pt idx="71">
                  <c:v>-1.818928195</c:v>
                </c:pt>
                <c:pt idx="72">
                  <c:v>-1.8334236690000001</c:v>
                </c:pt>
                <c:pt idx="73">
                  <c:v>-1.8492305339999999</c:v>
                </c:pt>
                <c:pt idx="74">
                  <c:v>-1.8706057920000001</c:v>
                </c:pt>
                <c:pt idx="75">
                  <c:v>-1.8987527420000001</c:v>
                </c:pt>
                <c:pt idx="76">
                  <c:v>-1.9058714649999999</c:v>
                </c:pt>
                <c:pt idx="77">
                  <c:v>-1.905925818</c:v>
                </c:pt>
                <c:pt idx="78">
                  <c:v>-2.0217892530000001</c:v>
                </c:pt>
                <c:pt idx="79">
                  <c:v>-2.0290074589999998</c:v>
                </c:pt>
                <c:pt idx="80">
                  <c:v>-2.0305333289999998</c:v>
                </c:pt>
                <c:pt idx="81">
                  <c:v>-2.0626103269999998</c:v>
                </c:pt>
                <c:pt idx="82">
                  <c:v>-2.1904966149999998</c:v>
                </c:pt>
                <c:pt idx="83">
                  <c:v>-2.2686369879999999</c:v>
                </c:pt>
                <c:pt idx="84">
                  <c:v>-2.3670052739999998</c:v>
                </c:pt>
                <c:pt idx="85">
                  <c:v>-2.4175428299999999</c:v>
                </c:pt>
                <c:pt idx="86">
                  <c:v>-2.4436280589999999</c:v>
                </c:pt>
                <c:pt idx="87">
                  <c:v>-2.5661415220000001</c:v>
                </c:pt>
                <c:pt idx="88">
                  <c:v>-2.5875033379999999</c:v>
                </c:pt>
                <c:pt idx="89">
                  <c:v>-2.588743885</c:v>
                </c:pt>
                <c:pt idx="90">
                  <c:v>-2.6830115960000001</c:v>
                </c:pt>
                <c:pt idx="91">
                  <c:v>-2.7289979799999999</c:v>
                </c:pt>
                <c:pt idx="92">
                  <c:v>-2.7347309590000002</c:v>
                </c:pt>
                <c:pt idx="93">
                  <c:v>-2.7627627819999998</c:v>
                </c:pt>
                <c:pt idx="94">
                  <c:v>-2.912998993</c:v>
                </c:pt>
                <c:pt idx="95">
                  <c:v>-2.9145304919999999</c:v>
                </c:pt>
                <c:pt idx="96">
                  <c:v>-2.9225412990000001</c:v>
                </c:pt>
                <c:pt idx="97">
                  <c:v>-2.93171888</c:v>
                </c:pt>
                <c:pt idx="98">
                  <c:v>-2.9789389270000002</c:v>
                </c:pt>
                <c:pt idx="99">
                  <c:v>-3.104723941</c:v>
                </c:pt>
                <c:pt idx="100">
                  <c:v>-3.1366597270000001</c:v>
                </c:pt>
                <c:pt idx="101">
                  <c:v>-3.2315783269999998</c:v>
                </c:pt>
                <c:pt idx="102">
                  <c:v>-3.2386349110000001</c:v>
                </c:pt>
                <c:pt idx="103">
                  <c:v>-3.3346638159999999</c:v>
                </c:pt>
                <c:pt idx="104">
                  <c:v>-3.4152576219999999</c:v>
                </c:pt>
                <c:pt idx="105">
                  <c:v>-3.446161381</c:v>
                </c:pt>
                <c:pt idx="106">
                  <c:v>-3.6156751429999998</c:v>
                </c:pt>
                <c:pt idx="107">
                  <c:v>-3.6172206309999999</c:v>
                </c:pt>
                <c:pt idx="108">
                  <c:v>-3.6446519309999998</c:v>
                </c:pt>
                <c:pt idx="109">
                  <c:v>-3.652341464</c:v>
                </c:pt>
                <c:pt idx="110">
                  <c:v>-3.6614821869999998</c:v>
                </c:pt>
                <c:pt idx="111">
                  <c:v>-3.6690328550000002</c:v>
                </c:pt>
                <c:pt idx="112">
                  <c:v>-3.7245024390000001</c:v>
                </c:pt>
                <c:pt idx="113">
                  <c:v>-3.8161828080000002</c:v>
                </c:pt>
                <c:pt idx="114">
                  <c:v>-3.828778153</c:v>
                </c:pt>
                <c:pt idx="115">
                  <c:v>-3.8300954319999998</c:v>
                </c:pt>
                <c:pt idx="116">
                  <c:v>-3.8584160569999999</c:v>
                </c:pt>
                <c:pt idx="117">
                  <c:v>-3.923782112</c:v>
                </c:pt>
                <c:pt idx="118">
                  <c:v>-3.958750394</c:v>
                </c:pt>
                <c:pt idx="119">
                  <c:v>-3.9625025530000002</c:v>
                </c:pt>
                <c:pt idx="120">
                  <c:v>-3.9780877320000001</c:v>
                </c:pt>
                <c:pt idx="121">
                  <c:v>-4.0279442779999997</c:v>
                </c:pt>
                <c:pt idx="122">
                  <c:v>-4.0502088369999996</c:v>
                </c:pt>
                <c:pt idx="123">
                  <c:v>-4.0838218570000002</c:v>
                </c:pt>
                <c:pt idx="124">
                  <c:v>-4.11882853</c:v>
                </c:pt>
                <c:pt idx="125">
                  <c:v>-4.1278531039999997</c:v>
                </c:pt>
                <c:pt idx="126">
                  <c:v>-4.1867211329999998</c:v>
                </c:pt>
                <c:pt idx="127">
                  <c:v>-4.2172899519999998</c:v>
                </c:pt>
                <c:pt idx="128">
                  <c:v>-4.225514123</c:v>
                </c:pt>
                <c:pt idx="129">
                  <c:v>-4.3480476660000003</c:v>
                </c:pt>
                <c:pt idx="130">
                  <c:v>-4.3715562820000002</c:v>
                </c:pt>
                <c:pt idx="131">
                  <c:v>-4.4626713110000003</c:v>
                </c:pt>
                <c:pt idx="132">
                  <c:v>-4.5074902559999996</c:v>
                </c:pt>
                <c:pt idx="133">
                  <c:v>-4.5378693429999997</c:v>
                </c:pt>
                <c:pt idx="134">
                  <c:v>-4.6005702770000001</c:v>
                </c:pt>
                <c:pt idx="135">
                  <c:v>-4.6053394839999999</c:v>
                </c:pt>
                <c:pt idx="136">
                  <c:v>-4.7150700309999998</c:v>
                </c:pt>
                <c:pt idx="137">
                  <c:v>-4.7672389419999996</c:v>
                </c:pt>
                <c:pt idx="138">
                  <c:v>-4.7751501430000003</c:v>
                </c:pt>
                <c:pt idx="139">
                  <c:v>-4.8272944689999999</c:v>
                </c:pt>
                <c:pt idx="140">
                  <c:v>-4.8649892179999998</c:v>
                </c:pt>
                <c:pt idx="141">
                  <c:v>-4.8847204959999999</c:v>
                </c:pt>
                <c:pt idx="142">
                  <c:v>-4.8861585310000004</c:v>
                </c:pt>
                <c:pt idx="143">
                  <c:v>-4.8979831159999998</c:v>
                </c:pt>
                <c:pt idx="144">
                  <c:v>-4.8985565380000002</c:v>
                </c:pt>
                <c:pt idx="145">
                  <c:v>-4.9027593779999998</c:v>
                </c:pt>
                <c:pt idx="146">
                  <c:v>-4.9947641379999999</c:v>
                </c:pt>
                <c:pt idx="147">
                  <c:v>-5.082880405</c:v>
                </c:pt>
                <c:pt idx="148">
                  <c:v>-5.2660458160000001</c:v>
                </c:pt>
                <c:pt idx="149">
                  <c:v>-5.269395576</c:v>
                </c:pt>
                <c:pt idx="150">
                  <c:v>-5.276066514</c:v>
                </c:pt>
                <c:pt idx="151">
                  <c:v>-5.2775923530000002</c:v>
                </c:pt>
                <c:pt idx="152">
                  <c:v>-5.306652133</c:v>
                </c:pt>
                <c:pt idx="153">
                  <c:v>-5.3294406099999998</c:v>
                </c:pt>
                <c:pt idx="154">
                  <c:v>-5.3719625820000001</c:v>
                </c:pt>
                <c:pt idx="155">
                  <c:v>-5.4331018310000001</c:v>
                </c:pt>
                <c:pt idx="156">
                  <c:v>-5.4547576390000003</c:v>
                </c:pt>
                <c:pt idx="157">
                  <c:v>-5.5195651549999996</c:v>
                </c:pt>
                <c:pt idx="158">
                  <c:v>-5.6421861069999997</c:v>
                </c:pt>
                <c:pt idx="159">
                  <c:v>-5.6511049179999997</c:v>
                </c:pt>
                <c:pt idx="160">
                  <c:v>-5.6925052230000004</c:v>
                </c:pt>
                <c:pt idx="161">
                  <c:v>-5.6995193520000003</c:v>
                </c:pt>
                <c:pt idx="162">
                  <c:v>-5.7719900839999996</c:v>
                </c:pt>
                <c:pt idx="163">
                  <c:v>-5.8504539360000001</c:v>
                </c:pt>
                <c:pt idx="164">
                  <c:v>-5.8605458119999998</c:v>
                </c:pt>
                <c:pt idx="165">
                  <c:v>-5.9010331420000002</c:v>
                </c:pt>
                <c:pt idx="166">
                  <c:v>-5.9180210750000004</c:v>
                </c:pt>
                <c:pt idx="167">
                  <c:v>-5.9343559690000003</c:v>
                </c:pt>
                <c:pt idx="168">
                  <c:v>-5.9621577690000001</c:v>
                </c:pt>
                <c:pt idx="169">
                  <c:v>-6.0332202329999998</c:v>
                </c:pt>
                <c:pt idx="170">
                  <c:v>-6.0683073270000003</c:v>
                </c:pt>
                <c:pt idx="171">
                  <c:v>-6.0840722700000001</c:v>
                </c:pt>
                <c:pt idx="172">
                  <c:v>-6.1373672050000003</c:v>
                </c:pt>
                <c:pt idx="173">
                  <c:v>-6.1559319559999999</c:v>
                </c:pt>
                <c:pt idx="174">
                  <c:v>-6.1838992609999996</c:v>
                </c:pt>
                <c:pt idx="175">
                  <c:v>-6.1952389449999998</c:v>
                </c:pt>
                <c:pt idx="176">
                  <c:v>-6.240733369</c:v>
                </c:pt>
                <c:pt idx="177">
                  <c:v>-6.2584964059999999</c:v>
                </c:pt>
                <c:pt idx="178">
                  <c:v>-6.2963905210000002</c:v>
                </c:pt>
                <c:pt idx="179">
                  <c:v>-6.3599170479999998</c:v>
                </c:pt>
                <c:pt idx="180">
                  <c:v>-6.3918812279999999</c:v>
                </c:pt>
                <c:pt idx="181">
                  <c:v>-6.4208011789999997</c:v>
                </c:pt>
                <c:pt idx="182">
                  <c:v>-6.472354277</c:v>
                </c:pt>
                <c:pt idx="183">
                  <c:v>-6.5229899060000003</c:v>
                </c:pt>
                <c:pt idx="184">
                  <c:v>-6.6051922049999998</c:v>
                </c:pt>
                <c:pt idx="185">
                  <c:v>-6.6535831849999996</c:v>
                </c:pt>
                <c:pt idx="186">
                  <c:v>-6.7207640450000001</c:v>
                </c:pt>
                <c:pt idx="187">
                  <c:v>-6.790508569</c:v>
                </c:pt>
                <c:pt idx="188">
                  <c:v>-6.9126338629999999</c:v>
                </c:pt>
                <c:pt idx="189">
                  <c:v>-7.1144869760000002</c:v>
                </c:pt>
                <c:pt idx="190">
                  <c:v>-7.1170794009999998</c:v>
                </c:pt>
                <c:pt idx="191">
                  <c:v>-7.1883135969999996</c:v>
                </c:pt>
                <c:pt idx="192">
                  <c:v>-7.2986859690000001</c:v>
                </c:pt>
                <c:pt idx="193">
                  <c:v>-7.3425507000000003</c:v>
                </c:pt>
                <c:pt idx="194">
                  <c:v>-7.3816539429999999</c:v>
                </c:pt>
                <c:pt idx="195">
                  <c:v>-7.5426979210000002</c:v>
                </c:pt>
                <c:pt idx="196">
                  <c:v>-7.5672859499999996</c:v>
                </c:pt>
                <c:pt idx="197">
                  <c:v>-7.6308698750000001</c:v>
                </c:pt>
                <c:pt idx="198">
                  <c:v>-7.6354140590000004</c:v>
                </c:pt>
                <c:pt idx="199">
                  <c:v>-7.6458811290000002</c:v>
                </c:pt>
                <c:pt idx="200">
                  <c:v>-7.7123729049999996</c:v>
                </c:pt>
                <c:pt idx="201">
                  <c:v>-7.7428539919999997</c:v>
                </c:pt>
                <c:pt idx="202">
                  <c:v>-7.7629467319999996</c:v>
                </c:pt>
                <c:pt idx="203">
                  <c:v>-7.8227213039999999</c:v>
                </c:pt>
                <c:pt idx="204">
                  <c:v>-7.8448599010000004</c:v>
                </c:pt>
                <c:pt idx="205">
                  <c:v>-7.971599887</c:v>
                </c:pt>
                <c:pt idx="206">
                  <c:v>-7.9915274089999997</c:v>
                </c:pt>
                <c:pt idx="207">
                  <c:v>-8.0098433870000001</c:v>
                </c:pt>
                <c:pt idx="208">
                  <c:v>-8.0852640020000006</c:v>
                </c:pt>
                <c:pt idx="209">
                  <c:v>-8.0965210229999993</c:v>
                </c:pt>
                <c:pt idx="210">
                  <c:v>-8.1480143839999997</c:v>
                </c:pt>
                <c:pt idx="211">
                  <c:v>-8.2149229330000004</c:v>
                </c:pt>
                <c:pt idx="212">
                  <c:v>-8.3091145700000002</c:v>
                </c:pt>
                <c:pt idx="213">
                  <c:v>-8.3994723639999993</c:v>
                </c:pt>
                <c:pt idx="214">
                  <c:v>-8.4138246999999993</c:v>
                </c:pt>
                <c:pt idx="215">
                  <c:v>-8.4173632549999997</c:v>
                </c:pt>
                <c:pt idx="216">
                  <c:v>-8.4178101000000005</c:v>
                </c:pt>
                <c:pt idx="217">
                  <c:v>-8.5970616260000003</c:v>
                </c:pt>
                <c:pt idx="218">
                  <c:v>-8.7503722600000007</c:v>
                </c:pt>
                <c:pt idx="219">
                  <c:v>-8.8167806360000007</c:v>
                </c:pt>
                <c:pt idx="220">
                  <c:v>-8.9143830130000001</c:v>
                </c:pt>
                <c:pt idx="221">
                  <c:v>-8.9297834859999998</c:v>
                </c:pt>
                <c:pt idx="222">
                  <c:v>-9.3140738939999999</c:v>
                </c:pt>
                <c:pt idx="223">
                  <c:v>-9.3587611739999996</c:v>
                </c:pt>
                <c:pt idx="224">
                  <c:v>-9.3833101039999995</c:v>
                </c:pt>
                <c:pt idx="225">
                  <c:v>-9.4080434440000005</c:v>
                </c:pt>
                <c:pt idx="226">
                  <c:v>-9.7361704539999998</c:v>
                </c:pt>
                <c:pt idx="227">
                  <c:v>-10.173638260000001</c:v>
                </c:pt>
                <c:pt idx="228">
                  <c:v>-10.197968639999999</c:v>
                </c:pt>
                <c:pt idx="229">
                  <c:v>-10.231970280000001</c:v>
                </c:pt>
                <c:pt idx="230">
                  <c:v>-10.2671803</c:v>
                </c:pt>
                <c:pt idx="231">
                  <c:v>-10.42221062</c:v>
                </c:pt>
                <c:pt idx="232">
                  <c:v>-10.55683258</c:v>
                </c:pt>
                <c:pt idx="233">
                  <c:v>-10.726499069999999</c:v>
                </c:pt>
                <c:pt idx="234">
                  <c:v>-10.79348615</c:v>
                </c:pt>
                <c:pt idx="235">
                  <c:v>-10.846030539999999</c:v>
                </c:pt>
                <c:pt idx="236">
                  <c:v>-10.86534943</c:v>
                </c:pt>
                <c:pt idx="237">
                  <c:v>-11.638842240000001</c:v>
                </c:pt>
                <c:pt idx="238">
                  <c:v>-11.78478033</c:v>
                </c:pt>
                <c:pt idx="239">
                  <c:v>-11.87594884</c:v>
                </c:pt>
                <c:pt idx="240">
                  <c:v>-12.05436995</c:v>
                </c:pt>
                <c:pt idx="241">
                  <c:v>-12.05687082</c:v>
                </c:pt>
                <c:pt idx="242">
                  <c:v>-12.10160495</c:v>
                </c:pt>
                <c:pt idx="243">
                  <c:v>-12.118295760000001</c:v>
                </c:pt>
                <c:pt idx="244">
                  <c:v>-12.146092019999999</c:v>
                </c:pt>
                <c:pt idx="245">
                  <c:v>-12.418375019999999</c:v>
                </c:pt>
                <c:pt idx="246">
                  <c:v>-12.80494365</c:v>
                </c:pt>
                <c:pt idx="247">
                  <c:v>-13.37093439</c:v>
                </c:pt>
                <c:pt idx="248">
                  <c:v>-13.48255816</c:v>
                </c:pt>
                <c:pt idx="249">
                  <c:v>-14.1746643</c:v>
                </c:pt>
                <c:pt idx="250">
                  <c:v>-14.200301039999999</c:v>
                </c:pt>
                <c:pt idx="251">
                  <c:v>-14.276395170000001</c:v>
                </c:pt>
                <c:pt idx="252">
                  <c:v>-14.7623921</c:v>
                </c:pt>
                <c:pt idx="253">
                  <c:v>-15.31872396</c:v>
                </c:pt>
                <c:pt idx="254">
                  <c:v>-15.32818698</c:v>
                </c:pt>
                <c:pt idx="255">
                  <c:v>-16.041402940000001</c:v>
                </c:pt>
                <c:pt idx="256">
                  <c:v>-16.989058750000002</c:v>
                </c:pt>
                <c:pt idx="257">
                  <c:v>-21.4228089</c:v>
                </c:pt>
                <c:pt idx="258">
                  <c:v>-27.176671519999999</c:v>
                </c:pt>
              </c:numCache>
            </c:numRef>
          </c:val>
          <c:extLst>
            <c:ext xmlns:c16="http://schemas.microsoft.com/office/drawing/2014/chart" uri="{C3380CC4-5D6E-409C-BE32-E72D297353CC}">
              <c16:uniqueId val="{00000000-6AF3-466D-AE7F-F9BFC94B5882}"/>
            </c:ext>
          </c:extLst>
        </c:ser>
        <c:ser>
          <c:idx val="1"/>
          <c:order val="1"/>
          <c:tx>
            <c:v>filtered</c:v>
          </c:tx>
          <c:spPr>
            <a:solidFill>
              <a:srgbClr val="0070C0"/>
            </a:solidFill>
            <a:ln>
              <a:noFill/>
            </a:ln>
            <a:effectLst/>
          </c:spPr>
          <c:invertIfNegative val="0"/>
          <c:val>
            <c:numRef>
              <c:f>Sheet2!$E$2:$E$260</c:f>
              <c:numCache>
                <c:formatCode>General</c:formatCode>
                <c:ptCount val="259"/>
                <c:pt idx="0">
                  <c:v>-2.0150000000000001</c:v>
                </c:pt>
                <c:pt idx="1">
                  <c:v>1.2455661179999999</c:v>
                </c:pt>
                <c:pt idx="2">
                  <c:v>-2.0150000000000001</c:v>
                </c:pt>
                <c:pt idx="3">
                  <c:v>-2.0150000000000001</c:v>
                </c:pt>
                <c:pt idx="4">
                  <c:v>-2.0150000000000001</c:v>
                </c:pt>
                <c:pt idx="5">
                  <c:v>-2.0150000000000001</c:v>
                </c:pt>
                <c:pt idx="6">
                  <c:v>0.72259854459999995</c:v>
                </c:pt>
                <c:pt idx="7">
                  <c:v>-2.0150000000000001</c:v>
                </c:pt>
                <c:pt idx="8">
                  <c:v>0.59599941099999998</c:v>
                </c:pt>
                <c:pt idx="9">
                  <c:v>0.58740419269999999</c:v>
                </c:pt>
                <c:pt idx="10">
                  <c:v>0.57719643629999995</c:v>
                </c:pt>
                <c:pt idx="11">
                  <c:v>-2.0150000000000001</c:v>
                </c:pt>
                <c:pt idx="12">
                  <c:v>-2.0150000000000001</c:v>
                </c:pt>
                <c:pt idx="13">
                  <c:v>9.4123175140000001E-2</c:v>
                </c:pt>
                <c:pt idx="14">
                  <c:v>-9.5923731870000001E-2</c:v>
                </c:pt>
                <c:pt idx="15">
                  <c:v>-2.0150000000000001</c:v>
                </c:pt>
                <c:pt idx="16">
                  <c:v>-2.0150000000000001</c:v>
                </c:pt>
                <c:pt idx="17">
                  <c:v>-2.0150000000000001</c:v>
                </c:pt>
                <c:pt idx="18">
                  <c:v>-2.0150000000000001</c:v>
                </c:pt>
                <c:pt idx="19">
                  <c:v>-2.0150000000000001</c:v>
                </c:pt>
                <c:pt idx="20">
                  <c:v>-2.0150000000000001</c:v>
                </c:pt>
                <c:pt idx="21">
                  <c:v>-0.49383567769999998</c:v>
                </c:pt>
                <c:pt idx="22">
                  <c:v>-0.52165534540000003</c:v>
                </c:pt>
                <c:pt idx="23">
                  <c:v>-0.555267332</c:v>
                </c:pt>
                <c:pt idx="24">
                  <c:v>-0.57947913770000004</c:v>
                </c:pt>
                <c:pt idx="25">
                  <c:v>-2.0150000000000001</c:v>
                </c:pt>
                <c:pt idx="26">
                  <c:v>-0.6285849188</c:v>
                </c:pt>
                <c:pt idx="27">
                  <c:v>-2.0150000000000001</c:v>
                </c:pt>
                <c:pt idx="28">
                  <c:v>-0.67577842639999997</c:v>
                </c:pt>
                <c:pt idx="29">
                  <c:v>-0.67919350060000006</c:v>
                </c:pt>
                <c:pt idx="30">
                  <c:v>-2.0150000000000001</c:v>
                </c:pt>
                <c:pt idx="31">
                  <c:v>-0.7547570052</c:v>
                </c:pt>
                <c:pt idx="32">
                  <c:v>-2.0150000000000001</c:v>
                </c:pt>
                <c:pt idx="33">
                  <c:v>-2.0150000000000001</c:v>
                </c:pt>
                <c:pt idx="34">
                  <c:v>-0.82103765500000003</c:v>
                </c:pt>
                <c:pt idx="35">
                  <c:v>-2.0150000000000001</c:v>
                </c:pt>
                <c:pt idx="36">
                  <c:v>-2.0150000000000001</c:v>
                </c:pt>
                <c:pt idx="37">
                  <c:v>-0.89435040740000005</c:v>
                </c:pt>
                <c:pt idx="38">
                  <c:v>-0.95545655269999996</c:v>
                </c:pt>
                <c:pt idx="39">
                  <c:v>-2.0150000000000001</c:v>
                </c:pt>
                <c:pt idx="40">
                  <c:v>-2.0150000000000001</c:v>
                </c:pt>
                <c:pt idx="41">
                  <c:v>-1.1238584060000001</c:v>
                </c:pt>
                <c:pt idx="42">
                  <c:v>-2.0150000000000001</c:v>
                </c:pt>
                <c:pt idx="43">
                  <c:v>-2.0150000000000001</c:v>
                </c:pt>
                <c:pt idx="44">
                  <c:v>-1.1936066400000001</c:v>
                </c:pt>
                <c:pt idx="45">
                  <c:v>-2.0150000000000001</c:v>
                </c:pt>
                <c:pt idx="46">
                  <c:v>-2.0150000000000001</c:v>
                </c:pt>
                <c:pt idx="47">
                  <c:v>-2.0150000000000001</c:v>
                </c:pt>
                <c:pt idx="48">
                  <c:v>-1.277215671</c:v>
                </c:pt>
                <c:pt idx="49">
                  <c:v>-1.2971837719999999</c:v>
                </c:pt>
                <c:pt idx="50">
                  <c:v>-2.0150000000000001</c:v>
                </c:pt>
                <c:pt idx="51">
                  <c:v>-2.0150000000000001</c:v>
                </c:pt>
                <c:pt idx="52">
                  <c:v>-1.4046777070000001</c:v>
                </c:pt>
                <c:pt idx="53">
                  <c:v>-1.4216130259999999</c:v>
                </c:pt>
                <c:pt idx="54">
                  <c:v>-2.0150000000000001</c:v>
                </c:pt>
                <c:pt idx="55">
                  <c:v>-2.0150000000000001</c:v>
                </c:pt>
                <c:pt idx="56">
                  <c:v>-2.0150000000000001</c:v>
                </c:pt>
                <c:pt idx="57">
                  <c:v>-2.0150000000000001</c:v>
                </c:pt>
                <c:pt idx="58">
                  <c:v>-1.5487414159999999</c:v>
                </c:pt>
                <c:pt idx="59">
                  <c:v>-2.0150000000000001</c:v>
                </c:pt>
                <c:pt idx="60">
                  <c:v>-2.0150000000000001</c:v>
                </c:pt>
                <c:pt idx="61">
                  <c:v>-2.0150000000000001</c:v>
                </c:pt>
                <c:pt idx="62">
                  <c:v>-1.588550304</c:v>
                </c:pt>
                <c:pt idx="63">
                  <c:v>-1.594361827</c:v>
                </c:pt>
                <c:pt idx="64">
                  <c:v>-2.0150000000000001</c:v>
                </c:pt>
                <c:pt idx="65">
                  <c:v>-1.6763684029999999</c:v>
                </c:pt>
                <c:pt idx="66">
                  <c:v>-2.0150000000000001</c:v>
                </c:pt>
                <c:pt idx="67">
                  <c:v>-2.0150000000000001</c:v>
                </c:pt>
                <c:pt idx="68">
                  <c:v>-1.742490415</c:v>
                </c:pt>
                <c:pt idx="69">
                  <c:v>-2.0150000000000001</c:v>
                </c:pt>
                <c:pt idx="70">
                  <c:v>-1.7923897339999999</c:v>
                </c:pt>
                <c:pt idx="71">
                  <c:v>-1.818928195</c:v>
                </c:pt>
                <c:pt idx="72">
                  <c:v>-2.0150000000000001</c:v>
                </c:pt>
                <c:pt idx="73">
                  <c:v>-1.8492305339999999</c:v>
                </c:pt>
                <c:pt idx="74">
                  <c:v>-2.0150000000000001</c:v>
                </c:pt>
                <c:pt idx="75">
                  <c:v>-1.8987527420000001</c:v>
                </c:pt>
                <c:pt idx="76">
                  <c:v>-2.0150000000000001</c:v>
                </c:pt>
                <c:pt idx="77">
                  <c:v>-1.905925818</c:v>
                </c:pt>
                <c:pt idx="78">
                  <c:v>-2.0150000000000001</c:v>
                </c:pt>
                <c:pt idx="79">
                  <c:v>-2.0290074589999998</c:v>
                </c:pt>
                <c:pt idx="80">
                  <c:v>-2.0150000000000001</c:v>
                </c:pt>
                <c:pt idx="81">
                  <c:v>-2.0626103269999998</c:v>
                </c:pt>
                <c:pt idx="82">
                  <c:v>-2.0150000000000001</c:v>
                </c:pt>
                <c:pt idx="83">
                  <c:v>-2.0150000000000001</c:v>
                </c:pt>
                <c:pt idx="84">
                  <c:v>-2.0150000000000001</c:v>
                </c:pt>
                <c:pt idx="85">
                  <c:v>-2.4175428299999999</c:v>
                </c:pt>
                <c:pt idx="86">
                  <c:v>-2.0150000000000001</c:v>
                </c:pt>
                <c:pt idx="87">
                  <c:v>-2.5661415220000001</c:v>
                </c:pt>
                <c:pt idx="88">
                  <c:v>-2.5875033379999999</c:v>
                </c:pt>
                <c:pt idx="89">
                  <c:v>-2.0150000000000001</c:v>
                </c:pt>
                <c:pt idx="90">
                  <c:v>-2.6830115960000001</c:v>
                </c:pt>
                <c:pt idx="91">
                  <c:v>-2.7289979799999999</c:v>
                </c:pt>
                <c:pt idx="92">
                  <c:v>-2.0150000000000001</c:v>
                </c:pt>
                <c:pt idx="93">
                  <c:v>-2.0150000000000001</c:v>
                </c:pt>
                <c:pt idx="94">
                  <c:v>-2.912998993</c:v>
                </c:pt>
                <c:pt idx="95">
                  <c:v>-2.0150000000000001</c:v>
                </c:pt>
                <c:pt idx="96">
                  <c:v>-2.0150000000000001</c:v>
                </c:pt>
                <c:pt idx="97">
                  <c:v>-2.0150000000000001</c:v>
                </c:pt>
                <c:pt idx="98">
                  <c:v>-2.9789389270000002</c:v>
                </c:pt>
                <c:pt idx="99">
                  <c:v>-3.104723941</c:v>
                </c:pt>
                <c:pt idx="100">
                  <c:v>-2.0150000000000001</c:v>
                </c:pt>
                <c:pt idx="101">
                  <c:v>-2.0150000000000001</c:v>
                </c:pt>
                <c:pt idx="102">
                  <c:v>-3.2386349110000001</c:v>
                </c:pt>
                <c:pt idx="103">
                  <c:v>-3.3346638159999999</c:v>
                </c:pt>
                <c:pt idx="104">
                  <c:v>-2.0150000000000001</c:v>
                </c:pt>
                <c:pt idx="105">
                  <c:v>-2.0150000000000001</c:v>
                </c:pt>
                <c:pt idx="106">
                  <c:v>-2.0150000000000001</c:v>
                </c:pt>
                <c:pt idx="107">
                  <c:v>-2.0150000000000001</c:v>
                </c:pt>
                <c:pt idx="108">
                  <c:v>-2.0150000000000001</c:v>
                </c:pt>
                <c:pt idx="109">
                  <c:v>-2.0150000000000001</c:v>
                </c:pt>
                <c:pt idx="110">
                  <c:v>-2.0150000000000001</c:v>
                </c:pt>
                <c:pt idx="111">
                  <c:v>-3.6690328550000002</c:v>
                </c:pt>
                <c:pt idx="112">
                  <c:v>-2.0150000000000001</c:v>
                </c:pt>
                <c:pt idx="113">
                  <c:v>-2.0150000000000001</c:v>
                </c:pt>
                <c:pt idx="114">
                  <c:v>-3.828778153</c:v>
                </c:pt>
                <c:pt idx="115">
                  <c:v>-3.8300954319999998</c:v>
                </c:pt>
                <c:pt idx="116">
                  <c:v>-2.0150000000000001</c:v>
                </c:pt>
                <c:pt idx="117">
                  <c:v>-3.923782112</c:v>
                </c:pt>
                <c:pt idx="118">
                  <c:v>-2.0150000000000001</c:v>
                </c:pt>
                <c:pt idx="119">
                  <c:v>-3.9625025530000002</c:v>
                </c:pt>
                <c:pt idx="120">
                  <c:v>-3.9780877320000001</c:v>
                </c:pt>
                <c:pt idx="121">
                  <c:v>-2.0150000000000001</c:v>
                </c:pt>
                <c:pt idx="122">
                  <c:v>-2.0150000000000001</c:v>
                </c:pt>
                <c:pt idx="123">
                  <c:v>-2.0150000000000001</c:v>
                </c:pt>
                <c:pt idx="124">
                  <c:v>-2.0150000000000001</c:v>
                </c:pt>
                <c:pt idx="125">
                  <c:v>-2.0150000000000001</c:v>
                </c:pt>
                <c:pt idx="126">
                  <c:v>-4.1867211329999998</c:v>
                </c:pt>
                <c:pt idx="127">
                  <c:v>-4.2172899519999998</c:v>
                </c:pt>
                <c:pt idx="128">
                  <c:v>-4.225514123</c:v>
                </c:pt>
                <c:pt idx="129">
                  <c:v>-2.0150000000000001</c:v>
                </c:pt>
                <c:pt idx="130">
                  <c:v>-2.0150000000000001</c:v>
                </c:pt>
                <c:pt idx="131">
                  <c:v>-2.0150000000000001</c:v>
                </c:pt>
                <c:pt idx="132">
                  <c:v>-2.0150000000000001</c:v>
                </c:pt>
                <c:pt idx="133">
                  <c:v>-4.5378693429999997</c:v>
                </c:pt>
                <c:pt idx="134">
                  <c:v>-2.0150000000000001</c:v>
                </c:pt>
                <c:pt idx="135">
                  <c:v>-2.0150000000000001</c:v>
                </c:pt>
                <c:pt idx="136">
                  <c:v>-2.0150000000000001</c:v>
                </c:pt>
                <c:pt idx="137">
                  <c:v>-2.0150000000000001</c:v>
                </c:pt>
                <c:pt idx="138">
                  <c:v>-2.0150000000000001</c:v>
                </c:pt>
                <c:pt idx="139">
                  <c:v>-2.0150000000000001</c:v>
                </c:pt>
                <c:pt idx="140">
                  <c:v>-4.8649892179999998</c:v>
                </c:pt>
                <c:pt idx="141">
                  <c:v>-2.0150000000000001</c:v>
                </c:pt>
                <c:pt idx="142">
                  <c:v>-2.0150000000000001</c:v>
                </c:pt>
                <c:pt idx="143">
                  <c:v>-2.0150000000000001</c:v>
                </c:pt>
                <c:pt idx="144">
                  <c:v>-2.0150000000000001</c:v>
                </c:pt>
                <c:pt idx="145">
                  <c:v>-4.9027593779999998</c:v>
                </c:pt>
                <c:pt idx="146">
                  <c:v>-4.9947641379999999</c:v>
                </c:pt>
                <c:pt idx="147">
                  <c:v>-2.0150000000000001</c:v>
                </c:pt>
                <c:pt idx="148">
                  <c:v>-2.0150000000000001</c:v>
                </c:pt>
                <c:pt idx="149">
                  <c:v>-5.269395576</c:v>
                </c:pt>
                <c:pt idx="150">
                  <c:v>-2.0150000000000001</c:v>
                </c:pt>
                <c:pt idx="151">
                  <c:v>-5.2775923530000002</c:v>
                </c:pt>
                <c:pt idx="152">
                  <c:v>-2.0150000000000001</c:v>
                </c:pt>
                <c:pt idx="153">
                  <c:v>-2.0150000000000001</c:v>
                </c:pt>
                <c:pt idx="154">
                  <c:v>-2.0150000000000001</c:v>
                </c:pt>
                <c:pt idx="155">
                  <c:v>-2.0150000000000001</c:v>
                </c:pt>
                <c:pt idx="156">
                  <c:v>-5.4547576390000003</c:v>
                </c:pt>
                <c:pt idx="157">
                  <c:v>-2.0150000000000001</c:v>
                </c:pt>
                <c:pt idx="158">
                  <c:v>-2.0150000000000001</c:v>
                </c:pt>
                <c:pt idx="159">
                  <c:v>-2.0150000000000001</c:v>
                </c:pt>
                <c:pt idx="160">
                  <c:v>-5.6925052230000004</c:v>
                </c:pt>
                <c:pt idx="161">
                  <c:v>-2.0150000000000001</c:v>
                </c:pt>
                <c:pt idx="162">
                  <c:v>-2.0150000000000001</c:v>
                </c:pt>
                <c:pt idx="163">
                  <c:v>-2.0150000000000001</c:v>
                </c:pt>
                <c:pt idx="164">
                  <c:v>-2.0150000000000001</c:v>
                </c:pt>
                <c:pt idx="165">
                  <c:v>-2.0150000000000001</c:v>
                </c:pt>
                <c:pt idx="166">
                  <c:v>-5.9180210750000004</c:v>
                </c:pt>
                <c:pt idx="167">
                  <c:v>-2.0150000000000001</c:v>
                </c:pt>
                <c:pt idx="168">
                  <c:v>-2.0150000000000001</c:v>
                </c:pt>
                <c:pt idx="169">
                  <c:v>-2.0150000000000001</c:v>
                </c:pt>
                <c:pt idx="170">
                  <c:v>-6.0683073270000003</c:v>
                </c:pt>
                <c:pt idx="171">
                  <c:v>-2.0150000000000001</c:v>
                </c:pt>
                <c:pt idx="172">
                  <c:v>-2.0150000000000001</c:v>
                </c:pt>
                <c:pt idx="173">
                  <c:v>-6.1559319559999999</c:v>
                </c:pt>
                <c:pt idx="174">
                  <c:v>-2.0150000000000001</c:v>
                </c:pt>
                <c:pt idx="175">
                  <c:v>-2.0150000000000001</c:v>
                </c:pt>
                <c:pt idx="176">
                  <c:v>-2.0150000000000001</c:v>
                </c:pt>
                <c:pt idx="177">
                  <c:v>-2.0150000000000001</c:v>
                </c:pt>
                <c:pt idx="178">
                  <c:v>-6.2963905210000002</c:v>
                </c:pt>
                <c:pt idx="179">
                  <c:v>-6.3599170479999998</c:v>
                </c:pt>
                <c:pt idx="180">
                  <c:v>-6.3918812279999999</c:v>
                </c:pt>
                <c:pt idx="181">
                  <c:v>-6.4208011789999997</c:v>
                </c:pt>
                <c:pt idx="182">
                  <c:v>-6.472354277</c:v>
                </c:pt>
                <c:pt idx="183">
                  <c:v>-2.0150000000000001</c:v>
                </c:pt>
                <c:pt idx="184">
                  <c:v>-2.0150000000000001</c:v>
                </c:pt>
                <c:pt idx="185">
                  <c:v>-2.0150000000000001</c:v>
                </c:pt>
                <c:pt idx="186">
                  <c:v>-2.0150000000000001</c:v>
                </c:pt>
                <c:pt idx="187">
                  <c:v>-2.0150000000000001</c:v>
                </c:pt>
                <c:pt idx="188">
                  <c:v>-2.0150000000000001</c:v>
                </c:pt>
                <c:pt idx="189">
                  <c:v>-2.0150000000000001</c:v>
                </c:pt>
                <c:pt idx="190">
                  <c:v>-2.0150000000000001</c:v>
                </c:pt>
                <c:pt idx="191">
                  <c:v>-7.1883135969999996</c:v>
                </c:pt>
                <c:pt idx="192">
                  <c:v>-7.2986859690000001</c:v>
                </c:pt>
                <c:pt idx="193">
                  <c:v>-2.0150000000000001</c:v>
                </c:pt>
                <c:pt idx="194">
                  <c:v>-7.3816539429999999</c:v>
                </c:pt>
                <c:pt idx="195">
                  <c:v>-7.5426979210000002</c:v>
                </c:pt>
                <c:pt idx="196">
                  <c:v>-7.5672859499999996</c:v>
                </c:pt>
                <c:pt idx="197">
                  <c:v>-7.6308698750000001</c:v>
                </c:pt>
                <c:pt idx="198">
                  <c:v>-7.6354140590000004</c:v>
                </c:pt>
                <c:pt idx="199">
                  <c:v>-2.0150000000000001</c:v>
                </c:pt>
                <c:pt idx="200">
                  <c:v>-2.0150000000000001</c:v>
                </c:pt>
                <c:pt idx="201">
                  <c:v>-2.0150000000000001</c:v>
                </c:pt>
                <c:pt idx="202">
                  <c:v>-7.7629467319999996</c:v>
                </c:pt>
                <c:pt idx="203">
                  <c:v>-7.8227213039999999</c:v>
                </c:pt>
                <c:pt idx="204">
                  <c:v>-2.0150000000000001</c:v>
                </c:pt>
                <c:pt idx="205">
                  <c:v>-2.0150000000000001</c:v>
                </c:pt>
                <c:pt idx="206">
                  <c:v>-2.0150000000000001</c:v>
                </c:pt>
                <c:pt idx="207">
                  <c:v>-8.0098433870000001</c:v>
                </c:pt>
                <c:pt idx="208">
                  <c:v>-2.0150000000000001</c:v>
                </c:pt>
                <c:pt idx="209">
                  <c:v>-8.0965210229999993</c:v>
                </c:pt>
                <c:pt idx="210">
                  <c:v>-2.0150000000000001</c:v>
                </c:pt>
                <c:pt idx="211">
                  <c:v>-2.0150000000000001</c:v>
                </c:pt>
                <c:pt idx="212">
                  <c:v>-8.3091145700000002</c:v>
                </c:pt>
                <c:pt idx="213">
                  <c:v>-2.0150000000000001</c:v>
                </c:pt>
                <c:pt idx="214">
                  <c:v>-8.4138246999999993</c:v>
                </c:pt>
                <c:pt idx="215">
                  <c:v>-2.0150000000000001</c:v>
                </c:pt>
                <c:pt idx="216">
                  <c:v>-2.0150000000000001</c:v>
                </c:pt>
                <c:pt idx="217">
                  <c:v>-2.0150000000000001</c:v>
                </c:pt>
                <c:pt idx="218">
                  <c:v>-8.7503722600000007</c:v>
                </c:pt>
                <c:pt idx="219">
                  <c:v>-2.0150000000000001</c:v>
                </c:pt>
                <c:pt idx="220">
                  <c:v>-2.0150000000000001</c:v>
                </c:pt>
                <c:pt idx="221">
                  <c:v>-8.9297834859999998</c:v>
                </c:pt>
                <c:pt idx="222">
                  <c:v>-9.3140738939999999</c:v>
                </c:pt>
                <c:pt idx="223">
                  <c:v>-2.0150000000000001</c:v>
                </c:pt>
                <c:pt idx="224">
                  <c:v>-9.3833101039999995</c:v>
                </c:pt>
                <c:pt idx="225">
                  <c:v>-2.0150000000000001</c:v>
                </c:pt>
                <c:pt idx="226">
                  <c:v>-2.0150000000000001</c:v>
                </c:pt>
                <c:pt idx="227">
                  <c:v>-2.0150000000000001</c:v>
                </c:pt>
                <c:pt idx="228">
                  <c:v>-2.0150000000000001</c:v>
                </c:pt>
                <c:pt idx="229">
                  <c:v>-10.231970280000001</c:v>
                </c:pt>
                <c:pt idx="230">
                  <c:v>-2.0150000000000001</c:v>
                </c:pt>
                <c:pt idx="231">
                  <c:v>-10.42221062</c:v>
                </c:pt>
                <c:pt idx="232">
                  <c:v>-2.0150000000000001</c:v>
                </c:pt>
                <c:pt idx="233">
                  <c:v>-10.726499069999999</c:v>
                </c:pt>
                <c:pt idx="234">
                  <c:v>-2.0150000000000001</c:v>
                </c:pt>
                <c:pt idx="235">
                  <c:v>-2.0150000000000001</c:v>
                </c:pt>
                <c:pt idx="236">
                  <c:v>-10.86534943</c:v>
                </c:pt>
                <c:pt idx="237">
                  <c:v>-11.638842240000001</c:v>
                </c:pt>
                <c:pt idx="238">
                  <c:v>-11.78478033</c:v>
                </c:pt>
                <c:pt idx="239">
                  <c:v>-2.0150000000000001</c:v>
                </c:pt>
                <c:pt idx="240">
                  <c:v>-12.05436995</c:v>
                </c:pt>
                <c:pt idx="241">
                  <c:v>-2.0150000000000001</c:v>
                </c:pt>
                <c:pt idx="242">
                  <c:v>-12.10160495</c:v>
                </c:pt>
                <c:pt idx="243">
                  <c:v>-12.118295760000001</c:v>
                </c:pt>
                <c:pt idx="244">
                  <c:v>-12.146092019999999</c:v>
                </c:pt>
                <c:pt idx="245">
                  <c:v>-2.0150000000000001</c:v>
                </c:pt>
                <c:pt idx="246">
                  <c:v>-2.0150000000000001</c:v>
                </c:pt>
                <c:pt idx="247">
                  <c:v>-13.37093439</c:v>
                </c:pt>
                <c:pt idx="248">
                  <c:v>-2.0150000000000001</c:v>
                </c:pt>
                <c:pt idx="249">
                  <c:v>-2.0150000000000001</c:v>
                </c:pt>
                <c:pt idx="250">
                  <c:v>-2.0150000000000001</c:v>
                </c:pt>
                <c:pt idx="251">
                  <c:v>-2.0150000000000001</c:v>
                </c:pt>
                <c:pt idx="252">
                  <c:v>-14.7623921</c:v>
                </c:pt>
                <c:pt idx="253">
                  <c:v>-2.0150000000000001</c:v>
                </c:pt>
                <c:pt idx="254">
                  <c:v>-15.32818698</c:v>
                </c:pt>
                <c:pt idx="255">
                  <c:v>-16.041402940000001</c:v>
                </c:pt>
                <c:pt idx="256">
                  <c:v>-16.989058750000002</c:v>
                </c:pt>
                <c:pt idx="257">
                  <c:v>-2.0150000000000001</c:v>
                </c:pt>
                <c:pt idx="258">
                  <c:v>-2.0150000000000001</c:v>
                </c:pt>
              </c:numCache>
            </c:numRef>
          </c:val>
          <c:extLst>
            <c:ext xmlns:c16="http://schemas.microsoft.com/office/drawing/2014/chart" uri="{C3380CC4-5D6E-409C-BE32-E72D297353CC}">
              <c16:uniqueId val="{00000001-6AF3-466D-AE7F-F9BFC94B5882}"/>
            </c:ext>
          </c:extLst>
        </c:ser>
        <c:dLbls>
          <c:showLegendKey val="0"/>
          <c:showVal val="0"/>
          <c:showCatName val="0"/>
          <c:showSerName val="0"/>
          <c:showPercent val="0"/>
          <c:showBubbleSize val="0"/>
        </c:dLbls>
        <c:gapWidth val="100"/>
        <c:overlap val="100"/>
        <c:axId val="652245808"/>
        <c:axId val="640333200"/>
      </c:barChart>
      <c:catAx>
        <c:axId val="652245808"/>
        <c:scaling>
          <c:orientation val="minMax"/>
        </c:scaling>
        <c:delete val="1"/>
        <c:axPos val="b"/>
        <c:majorTickMark val="none"/>
        <c:minorTickMark val="none"/>
        <c:tickLblPos val="nextTo"/>
        <c:crossAx val="640333200"/>
        <c:crossesAt val="-2.0149999999999997"/>
        <c:auto val="1"/>
        <c:lblAlgn val="ctr"/>
        <c:lblOffset val="100"/>
        <c:noMultiLvlLbl val="0"/>
      </c:catAx>
      <c:valAx>
        <c:axId val="640333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22458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I’m really honored to be invited to give this talk, in front of some of the most talented researchers in the field. I’m a researcher, but I’m also a member of the deaf community, so I spent a lot of time thinking about what I could say to most bring impact back to the deaf community. I decided the goal of my talk today would be to try to convince this research community to broaden our collective scope of research. To do this, I’m going to argue for three key points. First, I’m going to show you that sign language AI research currently overwhelmingly focuses on translation. Second, I’m going to argue that areas critical to language access and rights are being overlooked. Third, I’m going to show you some concrete examples of how we can move forward. I’m going to show you some of our research using AI to accelerate the study of low resource sign systems. </a:t>
            </a:r>
          </a:p>
        </p:txBody>
      </p:sp>
    </p:spTree>
    <p:extLst>
      <p:ext uri="{BB962C8B-B14F-4D97-AF65-F5344CB8AC3E}">
        <p14:creationId xmlns:p14="http://schemas.microsoft.com/office/powerpoint/2010/main" val="1491051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B410D-C75F-0E83-98F8-93FC5869B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F5BB7-4E17-7B15-C201-7CBEF4000B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78F97BA-F467-F2B5-D75F-B942DE76358E}"/>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Sign language AI research is largely driven by hearing, non-signing researchers. I want to be careful about saying this. I know many folks in the audience may come from this perspective. To be clear, there is nothing wrong with that. In fact, collaboration with hearing researchers is critical to progress – deaf researchers alone cannot drive progress alone. We don’t have the numbers, and barriers in training pipelines mean our collective expertise is currently skewed in a way that demands collaboration. </a:t>
            </a:r>
          </a:p>
        </p:txBody>
      </p:sp>
    </p:spTree>
    <p:extLst>
      <p:ext uri="{BB962C8B-B14F-4D97-AF65-F5344CB8AC3E}">
        <p14:creationId xmlns:p14="http://schemas.microsoft.com/office/powerpoint/2010/main" val="1558663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At the same time, we should recognize the kinds of issues that this introduces. Hearing researchers are less likely to be exposed to deaf culture. This literature review, published in 2022, is an example that stands out to me, because when it came out, it created an uproar on deaf twitter. (Animation). I’m not going to read this out loud, you can read it for yourself (pause). Ultimately, the response to this paper was so strong, it was retracted (animation). This is one example, but this is common enough that there are many research papers that document these problems and provide recommendations on how to do better. So while works like these are not okay, I remain optimistic because they’re easy to fix. Individual researchers simply need to read these educational resources. </a:t>
            </a:r>
          </a:p>
        </p:txBody>
      </p:sp>
    </p:spTree>
    <p:extLst>
      <p:ext uri="{BB962C8B-B14F-4D97-AF65-F5344CB8AC3E}">
        <p14:creationId xmlns:p14="http://schemas.microsoft.com/office/powerpoint/2010/main" val="3813326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76A40-001B-E2CB-55CB-98E0E3D06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411D2-FA96-6AE0-C0F3-362EC88F8FF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7E766C-8BA4-C32C-5237-0CD2BB873689}"/>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Instead, I’ve spent my time thinking about a problem that is much harder to solve – what systemic issues emerge as researchers behave in collective? Our personal backgrounds impact what problems we think are important, exciting, and that we can solve. This is not about right or wrong – it’s about taste. It could be that on an individual level, researchers are doing respectful work. But if collectively, the problems that they’re seeking to solve do not align with the problems that deaf communities want solved – then we still have a problem, because it means our work is not beneficent to the community it seeks to serve. </a:t>
            </a:r>
          </a:p>
        </p:txBody>
      </p:sp>
    </p:spTree>
    <p:extLst>
      <p:ext uri="{BB962C8B-B14F-4D97-AF65-F5344CB8AC3E}">
        <p14:creationId xmlns:p14="http://schemas.microsoft.com/office/powerpoint/2010/main" val="823078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A2EE-CA04-BCE6-A57F-DA02C8A89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4D42C-3B29-DA4F-532F-44DABBE4B2E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5EFB63-333A-FFCF-9F1E-8B78773CA8B9}"/>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To assess if this was really happening, two years ago, we conducted one of the most comprehensive review of sign language AI literature to date. This review was led by Aashaka Desai at the University of Washington, and was exceptional because it was conducted by an all deaf team of experts across disciplines. All together, we did a deep dive into 101 recent sign language AI papers. We analyzed factors like how papers motivate their work, what data they </a:t>
            </a:r>
            <a:r>
              <a:rPr lang="en-US" sz="1100" b="0" i="0" u="none" strike="noStrike" cap="none" dirty="0" err="1">
                <a:solidFill>
                  <a:srgbClr val="000000"/>
                </a:solidFill>
                <a:effectLst/>
                <a:latin typeface="Arial"/>
                <a:ea typeface="Arial"/>
                <a:cs typeface="Arial"/>
                <a:sym typeface="Arial"/>
              </a:rPr>
              <a:t>use,how</a:t>
            </a:r>
            <a:r>
              <a:rPr lang="en-US" sz="1100" b="0" i="0" u="none" strike="noStrike" cap="none" dirty="0">
                <a:solidFill>
                  <a:srgbClr val="000000"/>
                </a:solidFill>
                <a:effectLst/>
                <a:latin typeface="Arial"/>
                <a:ea typeface="Arial"/>
                <a:cs typeface="Arial"/>
                <a:sym typeface="Arial"/>
              </a:rPr>
              <a:t> they label data, and their modeling approaches. This was a very deep analysis, and I’m only going to be able to touch on it on a surface level today – I would encourage you to read the paper if you haven’t done so. </a:t>
            </a:r>
          </a:p>
        </p:txBody>
      </p:sp>
    </p:spTree>
    <p:extLst>
      <p:ext uri="{BB962C8B-B14F-4D97-AF65-F5344CB8AC3E}">
        <p14:creationId xmlns:p14="http://schemas.microsoft.com/office/powerpoint/2010/main" val="389243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D309A-7701-DAEE-2A2F-4701BEED6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58BA1-01BA-C175-8FDA-A34AF880000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BE35D4D-6C2C-7929-770E-C96A96BB3133}"/>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But what we discovered as our main insight, was that an overwhelming majority of papers focus on translation. 86 out of 101 papers focus on translation between sign language and spoken language. When I saw this number, I thought this was ironic because many of these papers will open with sentences like “sign languages are real and rich languages.” Well, English is also a real and rich language, but it’s not like 85% of natural language processing papers regarding English are about translation to Spanish or Chinese. </a:t>
            </a:r>
          </a:p>
        </p:txBody>
      </p:sp>
    </p:spTree>
    <p:extLst>
      <p:ext uri="{BB962C8B-B14F-4D97-AF65-F5344CB8AC3E}">
        <p14:creationId xmlns:p14="http://schemas.microsoft.com/office/powerpoint/2010/main" val="1632568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654D1-7781-13E2-E5AC-A9BFB597D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2DF146-B1A3-03BB-9162-248D0E9FCC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25F45B5-348F-0379-5E50-404EC1239A2A}"/>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To explain why, we next looked at the way papers motivate their works. 64 out of 101 papers motivate as addressing accessibility barriers between deaf individuals and hearing society.</a:t>
            </a:r>
          </a:p>
        </p:txBody>
      </p:sp>
    </p:spTree>
    <p:extLst>
      <p:ext uri="{BB962C8B-B14F-4D97-AF65-F5344CB8AC3E}">
        <p14:creationId xmlns:p14="http://schemas.microsoft.com/office/powerpoint/2010/main" val="2148313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EB833-47A4-39E8-A060-51B66934F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6CA62-D96F-A4D8-407D-72A8AEB477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8C21E3D-58C0-B818-1F75-BDDFB543E575}"/>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Across almost all these papers, we read, over and over again, statements like this – I’ll let you read that (pause). So – this is not wrong. Accessibility barriers are part of the deaf experience. I experience barriers every single day, and it is absolutely frustrating. But it is really only a small part of the experience. I work in a majority hearing setting, and while I love it, it can be exhausting. Every day, I go back home to my community, who all sign, and that’s what refreshes me. It feels liberating being able to communicate in a language where there are no barriers. We produce art. We produce poetry. There is so much joy and culture in our communities. But when I read sign language AI papers – those kinds of narratives are almost entirely absent. And so that’s how we know the imbalance in hearing versus deaf researchers is causing this imbalance in research topics. Because the tiny part of the deaf experience concerning accessibility barriers is the only part that hearing non-signing researchers can easily see. I can tell them about the linguistic aspects, the cultural aspects, the aspects of joy – but they can’t directly experience it for themselves. My point is – this is not wrong. As researchers, we gravitate more towards topics we know and are comfortable with. But hopefully, you can see how these individual tastes compound into larger systemic biases.</a:t>
            </a:r>
          </a:p>
        </p:txBody>
      </p:sp>
    </p:spTree>
    <p:extLst>
      <p:ext uri="{BB962C8B-B14F-4D97-AF65-F5344CB8AC3E}">
        <p14:creationId xmlns:p14="http://schemas.microsoft.com/office/powerpoint/2010/main" val="546438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29445-FC77-EDA9-D4E0-1BC1859FC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A426C-C59D-46F9-D2BE-BD402664A4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1E54B45-1D36-AA26-E369-2370ADFFD2EC}"/>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My discomfort with these research biases is because I feel that they have practical impacts on deaf people. The vision behind access technologies is really  individual. We’re envisioning solving problems for people who go up to a bank, a store, a doctor, and are not provided with communication resources. But this is a systemic problem. Why is it that I can go to these places and not be provided with an interpreter? One reason is because nearly 60% of countries still do not recognize their national sign language – including the country we’re currently in, the United States of America. I grew up in Canada, and my communities were heavily invested in the legal process there – because that would mean that every single government service would be mandated to provide services in ASL and LSQ. So it is critical for us to look not just at individual access inequities – but where these inequities stem from. </a:t>
            </a:r>
          </a:p>
        </p:txBody>
      </p:sp>
    </p:spTree>
    <p:extLst>
      <p:ext uri="{BB962C8B-B14F-4D97-AF65-F5344CB8AC3E}">
        <p14:creationId xmlns:p14="http://schemas.microsoft.com/office/powerpoint/2010/main" val="1951600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BAD5-9E00-DA5D-AB47-631AEF02E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70C20-3025-EFD0-47B2-75A21AF796A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5EE74B-D372-500E-9151-C5ED9EDD3061}"/>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is even assuming that deaf people are given access to sign language. It is currently estimated that less than 2% of the 34 million deaf children worldwide receive childhood exposure to sign language. (Animation) A reason why is because medical professionals continue to recommend deaf children not be exposed to sign language, under the myth that it’ll harm spoken language acquisition. This is personal – when I was growing up, my parents were given the same advice by doctors. As a result, I really had a traumatic experience growing up. For my full education, I couldn’t really communicate with any of my peers, and I was totally isolated. And I’m still one of the lucky ones. I still had some pathways to acquisition of spoken language – and not everyone has that. When that happens, that leads to language deprivation – which can seriously impact a person’s cognitive ability for the rest of their lives. </a:t>
            </a:r>
          </a:p>
        </p:txBody>
      </p:sp>
    </p:spTree>
    <p:extLst>
      <p:ext uri="{BB962C8B-B14F-4D97-AF65-F5344CB8AC3E}">
        <p14:creationId xmlns:p14="http://schemas.microsoft.com/office/powerpoint/2010/main" val="1722739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6BA19-5C85-3109-87FE-227FB6B80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FD932-D749-7661-C222-0A29EC5C610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4C6DC0-61E2-3A4F-E2C2-C9FBF9079302}"/>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These issues that I raised – they were not simply a nature outcome, but a consequence of deliberate decisions. In the 1800s, deaf schools were in fact, thriving. But what set back progress was an event called the Milan Conference of 1880 – widely considered to be a black mark on deaf history. This conference was the first international gathering of educators worldwide, all of which were hearing, who decided on the trajectory of deaf education moving forward. (Animation) The consequence of the Milan conference was sign language was banned in schools in Europe and North America. And as a result, the representation of deaf people in professional fields, in writing, in art, in law – steeply plummeted for centuries after.</a:t>
            </a:r>
          </a:p>
        </p:txBody>
      </p:sp>
    </p:spTree>
    <p:extLst>
      <p:ext uri="{BB962C8B-B14F-4D97-AF65-F5344CB8AC3E}">
        <p14:creationId xmlns:p14="http://schemas.microsoft.com/office/powerpoint/2010/main" val="3470441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E0064-5889-5EBA-CCA0-C3B6FD589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84DC5-1FBC-82A1-3C8D-966D45CE56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1C6C410-1C87-0A40-1359-6EFE7AA798E8}"/>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Milan conference did not only impact deaf education – it also impacted sign languages as legitimate topics of study. I have a snippet here from Gallaudet in 1957 – I’ll let you read that (pause) To summarize – sign languages were, without any evidence, considered rudimentary, </a:t>
            </a:r>
            <a:r>
              <a:rPr lang="en-US" sz="1100" b="0" i="0" u="none" strike="noStrike" cap="none" dirty="0" err="1">
                <a:solidFill>
                  <a:srgbClr val="000000"/>
                </a:solidFill>
                <a:effectLst/>
                <a:latin typeface="Arial"/>
                <a:ea typeface="Arial"/>
                <a:cs typeface="Arial"/>
                <a:sym typeface="Arial"/>
              </a:rPr>
              <a:t>pictoral</a:t>
            </a:r>
            <a:r>
              <a:rPr lang="en-US" sz="1100" b="0" i="0" u="none" strike="noStrike" cap="none" dirty="0">
                <a:solidFill>
                  <a:srgbClr val="000000"/>
                </a:solidFill>
                <a:effectLst/>
                <a:latin typeface="Arial"/>
                <a:ea typeface="Arial"/>
                <a:cs typeface="Arial"/>
                <a:sym typeface="Arial"/>
              </a:rPr>
              <a:t> languages that did not permit full expression. They were not worthy of academic study. (Animation) And these attitudes only slowly began to change in 1960, when William C. Stokoe documented that ASL has phonological structure, similar to spoken languages.</a:t>
            </a:r>
          </a:p>
        </p:txBody>
      </p:sp>
    </p:spTree>
    <p:extLst>
      <p:ext uri="{BB962C8B-B14F-4D97-AF65-F5344CB8AC3E}">
        <p14:creationId xmlns:p14="http://schemas.microsoft.com/office/powerpoint/2010/main" val="3257211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a:extLst>
            <a:ext uri="{FF2B5EF4-FFF2-40B4-BE49-F238E27FC236}">
              <a16:creationId xmlns:a16="http://schemas.microsoft.com/office/drawing/2014/main" id="{ECCF2955-7850-4BF6-9667-FB769570784A}"/>
            </a:ext>
          </a:extLst>
        </p:cNvPr>
        <p:cNvGrpSpPr/>
        <p:nvPr/>
      </p:nvGrpSpPr>
      <p:grpSpPr>
        <a:xfrm>
          <a:off x="0" y="0"/>
          <a:ext cx="0" cy="0"/>
          <a:chOff x="0" y="0"/>
          <a:chExt cx="0" cy="0"/>
        </a:xfrm>
      </p:grpSpPr>
      <p:sp>
        <p:nvSpPr>
          <p:cNvPr id="411" name="Google Shape;411;g2161ca7da69_2_0:notes">
            <a:extLst>
              <a:ext uri="{FF2B5EF4-FFF2-40B4-BE49-F238E27FC236}">
                <a16:creationId xmlns:a16="http://schemas.microsoft.com/office/drawing/2014/main" id="{2D862CAA-732A-77CA-103D-FEF60ED1E4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161ca7da69_2_0:notes">
            <a:extLst>
              <a:ext uri="{FF2B5EF4-FFF2-40B4-BE49-F238E27FC236}">
                <a16:creationId xmlns:a16="http://schemas.microsoft.com/office/drawing/2014/main" id="{D25757B6-1BB2-CD38-F946-7F05AA1499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So let me tie these previous points together. What this means that everything we know about the linguistics of sign language has emerged in the past 50 years. When deaf activists talk to politicians to try to gain legal recognition – they need to produce evidence that their national sign languages are equally as expressive as spoken languages. When activists talk to medical professionals – they need to produce evidence that acquisition of sign language does not conflict with acquisition of written language. But they’re playing on uneven territory – because the evidence that they need has been suppressed for centuries. That brings me to the central thesis of my talk today, and what I think we need to be doing as AI researchers in sign language – supporting the linguistic study of sign language gives deaf communities the evidence that they need to advocate for equal language status.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(12 minutes)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6856659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E3703-A096-1A48-A99D-C5DF9E073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C210E-F9BA-59F1-CCED-7060ADE13FD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36A1E5-70BE-9AFA-F460-F45D03B39EA2}"/>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Hopefully, I’ve made that point clear. Now I want to make that point more concrete, by showing you an example of some of the research I do in this area. I collaborate with Annemarie Kocab. Her research focuses on how humans develop language systems. She focuses on sign language, because it provides natural settings for that study. 95% of deaf children are born to hearing parents. When these children are growing up in a setting where they may have limited educational resources or community, that means they have no established sign languages they can use. Instead, what they have to do is develop their own signing systems, so they can communicate with their parents – we call that home-signing. Home signers are fascinating to study because they provide us with insights on how languages emerge – and this is a terrific example of insights that sign languages give us that spoken languages cannot.</a:t>
            </a:r>
          </a:p>
        </p:txBody>
      </p:sp>
    </p:spTree>
    <p:extLst>
      <p:ext uri="{BB962C8B-B14F-4D97-AF65-F5344CB8AC3E}">
        <p14:creationId xmlns:p14="http://schemas.microsoft.com/office/powerpoint/2010/main" val="3619655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A3B85-A1FF-41A3-568A-5BF84C130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E9403-237D-4C4E-9333-4C875F810F5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6ED417-971E-C72C-C06D-BA8FF67832E7}"/>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To study </a:t>
            </a:r>
            <a:r>
              <a:rPr lang="en-US" sz="1100" b="0" i="0" u="none" strike="noStrike" cap="none" dirty="0" err="1">
                <a:solidFill>
                  <a:srgbClr val="000000"/>
                </a:solidFill>
                <a:effectLst/>
                <a:latin typeface="Arial"/>
                <a:ea typeface="Arial"/>
                <a:cs typeface="Arial"/>
                <a:sym typeface="Arial"/>
              </a:rPr>
              <a:t>homesigners</a:t>
            </a:r>
            <a:r>
              <a:rPr lang="en-US" sz="1100" b="0" i="0" u="none" strike="noStrike" cap="none" dirty="0">
                <a:solidFill>
                  <a:srgbClr val="000000"/>
                </a:solidFill>
                <a:effectLst/>
                <a:latin typeface="Arial"/>
                <a:ea typeface="Arial"/>
                <a:cs typeface="Arial"/>
                <a:sym typeface="Arial"/>
              </a:rPr>
              <a:t>, researchers like Annemarie collect videos, over the years, showing the signs individuals assign to the same prompts. A question might be (animation) – are signs becoming more concise and standardized over time? Because that suggests the </a:t>
            </a:r>
            <a:r>
              <a:rPr lang="en-US" sz="1100" b="0" i="0" u="none" strike="noStrike" cap="none" dirty="0" err="1">
                <a:solidFill>
                  <a:srgbClr val="000000"/>
                </a:solidFill>
                <a:effectLst/>
                <a:latin typeface="Arial"/>
                <a:ea typeface="Arial"/>
                <a:cs typeface="Arial"/>
                <a:sym typeface="Arial"/>
              </a:rPr>
              <a:t>homesigning</a:t>
            </a:r>
            <a:r>
              <a:rPr lang="en-US" sz="1100" b="0" i="0" u="none" strike="noStrike" cap="none" dirty="0">
                <a:solidFill>
                  <a:srgbClr val="000000"/>
                </a:solidFill>
                <a:effectLst/>
                <a:latin typeface="Arial"/>
                <a:ea typeface="Arial"/>
                <a:cs typeface="Arial"/>
                <a:sym typeface="Arial"/>
              </a:rPr>
              <a:t> system is becoming more language-like. (Animation) They’ll also collect videos of relatives of the </a:t>
            </a:r>
            <a:r>
              <a:rPr lang="en-US" sz="1100" b="0" i="0" u="none" strike="noStrike" cap="none" dirty="0" err="1">
                <a:solidFill>
                  <a:srgbClr val="000000"/>
                </a:solidFill>
                <a:effectLst/>
                <a:latin typeface="Arial"/>
                <a:ea typeface="Arial"/>
                <a:cs typeface="Arial"/>
                <a:sym typeface="Arial"/>
              </a:rPr>
              <a:t>homesigner</a:t>
            </a:r>
            <a:r>
              <a:rPr lang="en-US" sz="1100" b="0" i="0" u="none" strike="noStrike" cap="none" dirty="0">
                <a:solidFill>
                  <a:srgbClr val="000000"/>
                </a:solidFill>
                <a:effectLst/>
                <a:latin typeface="Arial"/>
                <a:ea typeface="Arial"/>
                <a:cs typeface="Arial"/>
                <a:sym typeface="Arial"/>
              </a:rPr>
              <a:t>. (Animation) And they might ask questions like – are relatives agreeing more and more with the </a:t>
            </a:r>
            <a:r>
              <a:rPr lang="en-US" sz="1100" b="0" i="0" u="none" strike="noStrike" cap="none" dirty="0" err="1">
                <a:solidFill>
                  <a:srgbClr val="000000"/>
                </a:solidFill>
                <a:effectLst/>
                <a:latin typeface="Arial"/>
                <a:ea typeface="Arial"/>
                <a:cs typeface="Arial"/>
                <a:sym typeface="Arial"/>
              </a:rPr>
              <a:t>homesigner</a:t>
            </a:r>
            <a:r>
              <a:rPr lang="en-US" sz="1100" b="0" i="0" u="none" strike="noStrike" cap="none" dirty="0">
                <a:solidFill>
                  <a:srgbClr val="000000"/>
                </a:solidFill>
                <a:effectLst/>
                <a:latin typeface="Arial"/>
                <a:ea typeface="Arial"/>
                <a:cs typeface="Arial"/>
                <a:sym typeface="Arial"/>
              </a:rPr>
              <a:t> over time? Because that suggests signs are evolving from individual gestures to more formal signs. </a:t>
            </a:r>
          </a:p>
        </p:txBody>
      </p:sp>
    </p:spTree>
    <p:extLst>
      <p:ext uri="{BB962C8B-B14F-4D97-AF65-F5344CB8AC3E}">
        <p14:creationId xmlns:p14="http://schemas.microsoft.com/office/powerpoint/2010/main" val="1355718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F7671-DA5B-CFCE-8C0C-2601D731C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1CAD6-1FE0-FB9F-3FED-41D376001E0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F9D6EE2-B2ED-0157-7540-0071214A543A}"/>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One bottleneck of this research is the analysis of the videos is time-consuming and biased. Let’s say you want to quantify the degree of similarity between a </a:t>
            </a:r>
            <a:r>
              <a:rPr lang="en-US" sz="1100" b="0" i="0" u="none" strike="noStrike" cap="none" dirty="0" err="1">
                <a:solidFill>
                  <a:srgbClr val="000000"/>
                </a:solidFill>
                <a:effectLst/>
                <a:latin typeface="Arial"/>
                <a:ea typeface="Arial"/>
                <a:cs typeface="Arial"/>
                <a:sym typeface="Arial"/>
              </a:rPr>
              <a:t>homesigner</a:t>
            </a:r>
            <a:r>
              <a:rPr lang="en-US" sz="1100" b="0" i="0" u="none" strike="noStrike" cap="none" dirty="0">
                <a:solidFill>
                  <a:srgbClr val="000000"/>
                </a:solidFill>
                <a:effectLst/>
                <a:latin typeface="Arial"/>
                <a:ea typeface="Arial"/>
                <a:cs typeface="Arial"/>
                <a:sym typeface="Arial"/>
              </a:rPr>
              <a:t> and their parent. (animation) You would have to manually annotate many, many different parameters of the sign. (animation) And then you can quantify how many parameters are shared versus distinct. There is a lot of bias here. For example, researchers may try to port over parameters established for well-studied languages like ASL to guide annotation. But there is no guarantee home signers really use parameters from a completely different, formalized sign system. </a:t>
            </a:r>
          </a:p>
        </p:txBody>
      </p:sp>
    </p:spTree>
    <p:extLst>
      <p:ext uri="{BB962C8B-B14F-4D97-AF65-F5344CB8AC3E}">
        <p14:creationId xmlns:p14="http://schemas.microsoft.com/office/powerpoint/2010/main" val="361826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E3373-84FC-B1EF-D520-E98107CC1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3C0F68-A4FD-DE5E-9EF0-460EB4FECD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8F93CD6-E507-C4E5-083D-8E446A7E76F1}"/>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How can AI accelerate? This is not a supervised prediction problem. Each home signer will use different signs, so we can’t train a classifier. We likewise don’t want to train a model to predict phonological parameters – we have no guarantee that established phonological systems apply to home signers. Instead, we treat this as a zero-shot embedding problem. When given a training problem, AI models learn to extract information from input data that helps them solve that problem. We work with a frozen model, that was originally trained for some other purpose. (Animation)  Instead of taking the final output prediction of a model, we can extract its immediate output (Animation). That produces a quantitative vector of the information the AI is extracting from the input videos, called an embedding. (Animation) These embeddings project data into a high-dimensional latent space. (Animation) So let’s say that we have, over multiple years, videos of a </a:t>
            </a:r>
            <a:r>
              <a:rPr lang="en-US" sz="1100" b="0" i="0" u="none" strike="noStrike" cap="none" dirty="0" err="1">
                <a:solidFill>
                  <a:srgbClr val="000000"/>
                </a:solidFill>
                <a:effectLst/>
                <a:latin typeface="Arial"/>
                <a:ea typeface="Arial"/>
                <a:cs typeface="Arial"/>
                <a:sym typeface="Arial"/>
              </a:rPr>
              <a:t>homesigner</a:t>
            </a:r>
            <a:r>
              <a:rPr lang="en-US" sz="1100" b="0" i="0" u="none" strike="noStrike" cap="none" dirty="0">
                <a:solidFill>
                  <a:srgbClr val="000000"/>
                </a:solidFill>
                <a:effectLst/>
                <a:latin typeface="Arial"/>
                <a:ea typeface="Arial"/>
                <a:cs typeface="Arial"/>
                <a:sym typeface="Arial"/>
              </a:rPr>
              <a:t>, purple, and their parent, blue. (Animation) We can measure how similar their signing becomes over the years, by measuring if distance in the latent space becomes smaller over time. </a:t>
            </a:r>
          </a:p>
        </p:txBody>
      </p:sp>
    </p:spTree>
    <p:extLst>
      <p:ext uri="{BB962C8B-B14F-4D97-AF65-F5344CB8AC3E}">
        <p14:creationId xmlns:p14="http://schemas.microsoft.com/office/powerpoint/2010/main" val="3275779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BEB13-1059-D2AB-F2DE-62C2A426C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A8E637-F8C9-1A71-7185-36A0E50044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6378C9A-829B-7C4E-DD9E-D0FA1B35F4C0}"/>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slide I showed you before is an idealized scenario. For this to work, we need to identify an AI model that is sensitive to sign language phonology. This is hard to test for </a:t>
            </a:r>
            <a:r>
              <a:rPr lang="en-US" sz="1100" b="0" i="0" u="none" strike="noStrike" cap="none" dirty="0" err="1">
                <a:solidFill>
                  <a:srgbClr val="000000"/>
                </a:solidFill>
                <a:effectLst/>
                <a:latin typeface="Arial"/>
                <a:ea typeface="Arial"/>
                <a:cs typeface="Arial"/>
                <a:sym typeface="Arial"/>
              </a:rPr>
              <a:t>homesigners</a:t>
            </a:r>
            <a:r>
              <a:rPr lang="en-US" sz="1100" b="0" i="0" u="none" strike="noStrike" cap="none" dirty="0">
                <a:solidFill>
                  <a:srgbClr val="000000"/>
                </a:solidFill>
                <a:effectLst/>
                <a:latin typeface="Arial"/>
                <a:ea typeface="Arial"/>
                <a:cs typeface="Arial"/>
                <a:sym typeface="Arial"/>
              </a:rPr>
              <a:t> because we don’t have strong confidence in phonological annotations, so we decided to invent a test in a more established sign language – ASL. Our test relies upon minimal pairs. These are pairs of signs that have a single difference in phonology. For example, the signs “ONION” and “APPLE” differ only in where they are in the body. But their handshape, motion, and other parameters are the same. Exploiting minimal pairs, we designed an evaluation that tests if models are sensitive to specific kinds of phonological changes. This work was led by Kayo Yin, a PhD candidate at Berkeley. </a:t>
            </a:r>
          </a:p>
        </p:txBody>
      </p:sp>
    </p:spTree>
    <p:extLst>
      <p:ext uri="{BB962C8B-B14F-4D97-AF65-F5344CB8AC3E}">
        <p14:creationId xmlns:p14="http://schemas.microsoft.com/office/powerpoint/2010/main" val="28031634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3A90-62C1-F6C9-068F-76A608025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B99E1-409F-D36F-1A55-34983A442DB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0F8938-22F0-EA33-16FB-A82F53A40E6C}"/>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Here’s how our test works. You start with multiple videos of both signs, produced by different signers. We take a candidate AI model, and use it to embed these videos into a latent space. </a:t>
            </a:r>
          </a:p>
        </p:txBody>
      </p:sp>
    </p:spTree>
    <p:extLst>
      <p:ext uri="{BB962C8B-B14F-4D97-AF65-F5344CB8AC3E}">
        <p14:creationId xmlns:p14="http://schemas.microsoft.com/office/powerpoint/2010/main" val="3070979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BE1F5-985F-EF48-F3D5-991822612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E4141-BF74-CA63-F12C-C350F7A0555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CB0963E-BE15-1D2E-E181-C2E1BD84A3D0}"/>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Next, we can measure the distance between people producing the same sign – in blue (animation). And then we can compare that to the distance for people producing different signs – in orange (animation). If the blue distances are smaller than the orange distances, that means the model can distinguish the minimal pair. </a:t>
            </a:r>
          </a:p>
        </p:txBody>
      </p:sp>
    </p:spTree>
    <p:extLst>
      <p:ext uri="{BB962C8B-B14F-4D97-AF65-F5344CB8AC3E}">
        <p14:creationId xmlns:p14="http://schemas.microsoft.com/office/powerpoint/2010/main" val="29726832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AF54-CA97-B466-A5F2-570847705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12A5E-40AD-8D1B-1D93-D717954BF7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78BC32-5C89-4577-486F-FAAFD8E614E0}"/>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In contrast, if the distance (animation) between the blue is the same or smaller than the orange this implies that the embeddings cannot distinguish the minimal pair. </a:t>
            </a:r>
          </a:p>
        </p:txBody>
      </p:sp>
    </p:spTree>
    <p:extLst>
      <p:ext uri="{BB962C8B-B14F-4D97-AF65-F5344CB8AC3E}">
        <p14:creationId xmlns:p14="http://schemas.microsoft.com/office/powerpoint/2010/main" val="2642635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D4B3B-C11D-7D06-5BF1-B69ED92D6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DD9E5-8644-7CA5-0A11-5CF0C3D673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7A7F01F-6614-BCE7-E3E8-7051EC371518}"/>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In total, we test 178 minimal pairs identified by a deaf language expert. We use videos from the ASL Citizen dataset, one of the largest isolated sign language datasets for ASL, but we hold out all videos of these signs to retrain classification models. We formalize the idea of distinguishability as a t-test between intra-sign and inter-sign differences. This means that the larger the t-statistic is, the more the model distinguishes a minimal pair. In this table, I report the average t-statistic, across different models. We test two types of models – a vision-based I3D model and a pose-based STGCN model. We test models with different degrees of training – randomly initialized models, models trained on a general action video recognition dataset called kinetics, and models trained on ASL citizen. We find that training on sign language recognition is essential to sensitivity to phonology.</a:t>
            </a:r>
          </a:p>
        </p:txBody>
      </p:sp>
    </p:spTree>
    <p:extLst>
      <p:ext uri="{BB962C8B-B14F-4D97-AF65-F5344CB8AC3E}">
        <p14:creationId xmlns:p14="http://schemas.microsoft.com/office/powerpoint/2010/main" val="1625906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0C5FA-A87D-A25B-2F22-1A0D65581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7CF5B-A831-62B4-B3DC-7EC45F0E76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F9DEB2E-9FF5-6209-BAF7-A980445D8438}"/>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numbers I showed you in the previous slides are averages. Here, I’m showing you the t-stat per minimal pair. There is a lot of variability. Pairs that are not significantly distinguished are above the axis, while pairs that are, are below the axis. Overall, the ASL Citizen I3D model distinguishes 181 of 259 minimal pairs. </a:t>
            </a:r>
          </a:p>
        </p:txBody>
      </p:sp>
    </p:spTree>
    <p:extLst>
      <p:ext uri="{BB962C8B-B14F-4D97-AF65-F5344CB8AC3E}">
        <p14:creationId xmlns:p14="http://schemas.microsoft.com/office/powerpoint/2010/main" val="8380356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590F7-376B-080B-C1E8-C111B8FEEC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F3443-AF00-6645-16F5-D54CC48A279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04A4A3-F5B7-B93F-0B05-8B2F3EB56E95}"/>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What’s surprising, however, is there is no correlation between pairs that are distinguished and human perceptual judgment. We had a human annotator score pairs on their similarity. For pairs scored as not similar – there is no significant difference between pairs distinguished by the model versus not.</a:t>
            </a:r>
          </a:p>
        </p:txBody>
      </p:sp>
    </p:spTree>
    <p:extLst>
      <p:ext uri="{BB962C8B-B14F-4D97-AF65-F5344CB8AC3E}">
        <p14:creationId xmlns:p14="http://schemas.microsoft.com/office/powerpoint/2010/main" val="1957106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224C-9B62-B408-A939-04FBFAA57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066D7-31AF-99DA-164D-05CB6B1B32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31DADFD-EA12-4823-88A4-BF46BE6B3855}"/>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previous slide showed that although models trained on sign language recognition distinguish most minimal pairs – their perceptual similarity of signs is not consistent with human perception. We thought this was interesting – so we dug into this more. We compared, for different handshapes, how similar humans perceived them versus how similar they were perceived by our models. How we executed this was somewhat complicated, and involved a brand new dataset – I won’t be able to unpack all the details in a short talk, so read our preprint for details, but the high-level is that we can derive a score for human perceptual similarity between different handshape pairs, and compare to a score for model perceptual similarity.</a:t>
            </a:r>
          </a:p>
        </p:txBody>
      </p:sp>
    </p:spTree>
    <p:extLst>
      <p:ext uri="{BB962C8B-B14F-4D97-AF65-F5344CB8AC3E}">
        <p14:creationId xmlns:p14="http://schemas.microsoft.com/office/powerpoint/2010/main" val="5151475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2ADE2-3325-3450-2884-C58997C74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5E65B4-27E6-307E-63EA-80D887F906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5D680E-76BF-A306-2A1F-E161E432BAF1}"/>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Our finding is that sign language recognition models have limited alignment with human perception of handshapes. First as a baseline, we measured the correlation in human perception of handshape similarity for signers versus non-signers. This is very high – which is not surprising because although signers do develop some specialized skills, sign recognition builds upon and is constrained by human visual systems. (Animation, Animation) Next, we measured the correlation of our ASL Citizen trained models against human signer perception. The correlations are now much lower, although the pose-based STGCN is somewhat higher. (Animation) To contextualize these numbers, we then calculated the correlation between human signer perception and angles between hand </a:t>
            </a:r>
            <a:r>
              <a:rPr lang="en-US" sz="1100" b="0" i="0" u="none" strike="noStrike" cap="none" dirty="0" err="1">
                <a:solidFill>
                  <a:srgbClr val="000000"/>
                </a:solidFill>
                <a:effectLst/>
                <a:latin typeface="Arial"/>
                <a:ea typeface="Arial"/>
                <a:cs typeface="Arial"/>
                <a:sym typeface="Arial"/>
              </a:rPr>
              <a:t>keypoints</a:t>
            </a:r>
            <a:r>
              <a:rPr lang="en-US" sz="1100" b="0" i="0" u="none" strike="noStrike" cap="none" dirty="0">
                <a:solidFill>
                  <a:srgbClr val="000000"/>
                </a:solidFill>
                <a:effectLst/>
                <a:latin typeface="Arial"/>
                <a:ea typeface="Arial"/>
                <a:cs typeface="Arial"/>
                <a:sym typeface="Arial"/>
              </a:rPr>
              <a:t> extracted by the pose estimator used to generate inputs to the STGCN. Surprisingly, this is actually higher than the STGCN, which tells us that training on sign language recognition does not improve perceptual alignment more than what’s already present in the input. (Animation) So to summarize – this tells us that models are learning to competently recognize signs without developing human-like phonological perception.</a:t>
            </a:r>
          </a:p>
        </p:txBody>
      </p:sp>
    </p:spTree>
    <p:extLst>
      <p:ext uri="{BB962C8B-B14F-4D97-AF65-F5344CB8AC3E}">
        <p14:creationId xmlns:p14="http://schemas.microsoft.com/office/powerpoint/2010/main" val="36649258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A78EA-9BDF-118D-8CE3-ACB2B5CE3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10FA8-4143-CCBF-C8A1-CBA7DEF4C91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B02765F-493C-A260-D270-B475544F8F30}"/>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Why is this important? Remember – signs don’t come from nowhere. They’re proposed based upon what human perceptual systems can reliably detect. If a model disagrees with human perception, that predicts that the model is going to be brittle to distribution shifts, because sign language vocabularies evolve to be understandable by human perceptual systems even when it’s dark, when signers are far away, or partially occluded. (Animation) As evidence of this, we applied our minimal pairs test, to minimal pairs in a distinct dataset with a slightly different data collection procedure, called Sem-Lex. And you can see, the distinguishably tanks. To bring this talk full circle – I tried to convince many of you to expand your scope outside of translation. Maybe I haven’t succeeded. But even if so, I hope you can see how linguistics can shine light on where translation models will fail.</a:t>
            </a:r>
          </a:p>
        </p:txBody>
      </p:sp>
    </p:spTree>
    <p:extLst>
      <p:ext uri="{BB962C8B-B14F-4D97-AF65-F5344CB8AC3E}">
        <p14:creationId xmlns:p14="http://schemas.microsoft.com/office/powerpoint/2010/main" val="16243390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To conclude – today, I showed you that sign language AI research overrepresents translation due to biases in who conducts the research. I argued that linguistic study of sign language can be accelerated by AI, and supports Deaf community calls for equal language access. And finally, in addition to being interesting topics in their own right that empower deaf communities, I showed you that linguistic analyses can improve translation models</a:t>
            </a:r>
          </a:p>
          <a:p>
            <a:pPr marL="158750" indent="0">
              <a:buNone/>
            </a:pPr>
            <a:endParaRPr lang="en-US" dirty="0"/>
          </a:p>
          <a:p>
            <a:pPr marL="158750" indent="0">
              <a:buNone/>
            </a:pPr>
            <a:r>
              <a:rPr lang="en-US" dirty="0"/>
              <a:t>(12 minutes)</a:t>
            </a:r>
          </a:p>
        </p:txBody>
      </p:sp>
    </p:spTree>
    <p:extLst>
      <p:ext uri="{BB962C8B-B14F-4D97-AF65-F5344CB8AC3E}">
        <p14:creationId xmlns:p14="http://schemas.microsoft.com/office/powerpoint/2010/main" val="5955987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If any of this talk caught your attention – come work with us or collaborate with us. I co-own this research agenda with Annemarie Kocab at JHU. Please email us any time if you would like to participate in any of this. Although I can’t host students at Microsoft Research, Annemarie can in her lab – and we are recruiting PhD students and postdocs. So please contact us if you would like to learn about those opportunities. </a:t>
            </a:r>
          </a:p>
        </p:txBody>
      </p:sp>
    </p:spTree>
    <p:extLst>
      <p:ext uri="{BB962C8B-B14F-4D97-AF65-F5344CB8AC3E}">
        <p14:creationId xmlns:p14="http://schemas.microsoft.com/office/powerpoint/2010/main" val="2853322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4"/>
          <p:cNvGrpSpPr/>
          <p:nvPr/>
        </p:nvGrpSpPr>
        <p:grpSpPr>
          <a:xfrm>
            <a:off x="-19050" y="232800"/>
            <a:ext cx="8930250" cy="5027400"/>
            <a:chOff x="-19050" y="232800"/>
            <a:chExt cx="8930250" cy="5027400"/>
          </a:xfrm>
        </p:grpSpPr>
        <p:sp>
          <p:nvSpPr>
            <p:cNvPr id="28" name="Google Shape;28;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 name="Google Shape;29;p4"/>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30" name="Google Shape;30;p4"/>
            <p:cNvCxnSpPr/>
            <p:nvPr/>
          </p:nvCxnSpPr>
          <p:spPr>
            <a:xfrm>
              <a:off x="8911200" y="4917300"/>
              <a:ext cx="0" cy="342900"/>
            </a:xfrm>
            <a:prstGeom prst="straightConnector1">
              <a:avLst/>
            </a:prstGeom>
            <a:noFill/>
            <a:ln w="19050" cap="flat" cmpd="sng">
              <a:solidFill>
                <a:schemeClr val="dk1"/>
              </a:solidFill>
              <a:prstDash val="solid"/>
              <a:round/>
              <a:headEnd type="none" w="med" len="med"/>
              <a:tailEnd type="none" w="med" len="med"/>
            </a:ln>
          </p:spPr>
        </p:cxnSp>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1"/>
        <p:cNvGrpSpPr/>
        <p:nvPr/>
      </p:nvGrpSpPr>
      <p:grpSpPr>
        <a:xfrm>
          <a:off x="0" y="0"/>
          <a:ext cx="0" cy="0"/>
          <a:chOff x="0" y="0"/>
          <a:chExt cx="0" cy="0"/>
        </a:xfrm>
      </p:grpSpPr>
      <p:sp>
        <p:nvSpPr>
          <p:cNvPr id="62" name="Google Shape;62;p8"/>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8"/>
          <p:cNvGrpSpPr/>
          <p:nvPr/>
        </p:nvGrpSpPr>
        <p:grpSpPr>
          <a:xfrm>
            <a:off x="-25" y="533550"/>
            <a:ext cx="9270975" cy="4075025"/>
            <a:chOff x="-25" y="533550"/>
            <a:chExt cx="9270975" cy="4075025"/>
          </a:xfrm>
        </p:grpSpPr>
        <p:sp>
          <p:nvSpPr>
            <p:cNvPr id="64" name="Google Shape;6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3800">
                <a:solidFill>
                  <a:schemeClr val="dk1"/>
                </a:solidFill>
                <a:latin typeface="Figtree Black"/>
                <a:ea typeface="Figtree Black"/>
                <a:cs typeface="Figtree Black"/>
                <a:sym typeface="Figtree Black"/>
              </a:endParaRPr>
            </a:p>
          </p:txBody>
        </p:sp>
        <p:cxnSp>
          <p:nvCxnSpPr>
            <p:cNvPr id="65" name="Google Shape;65;p8"/>
            <p:cNvCxnSpPr/>
            <p:nvPr/>
          </p:nvCxnSpPr>
          <p:spPr>
            <a:xfrm rot="10800000">
              <a:off x="8430950" y="533550"/>
              <a:ext cx="840000" cy="0"/>
            </a:xfrm>
            <a:prstGeom prst="straightConnector1">
              <a:avLst/>
            </a:prstGeom>
            <a:noFill/>
            <a:ln w="19050" cap="flat" cmpd="sng">
              <a:solidFill>
                <a:schemeClr val="dk1"/>
              </a:solidFill>
              <a:prstDash val="solid"/>
              <a:round/>
              <a:headEnd type="none" w="med" len="med"/>
              <a:tailEnd type="none" w="med" len="med"/>
            </a:ln>
          </p:spPr>
        </p:cxnSp>
        <p:cxnSp>
          <p:nvCxnSpPr>
            <p:cNvPr id="66" name="Google Shape;66;p8"/>
            <p:cNvCxnSpPr/>
            <p:nvPr/>
          </p:nvCxnSpPr>
          <p:spPr>
            <a:xfrm rot="10800000">
              <a:off x="-25" y="4608575"/>
              <a:ext cx="740700" cy="0"/>
            </a:xfrm>
            <a:prstGeom prst="straightConnector1">
              <a:avLst/>
            </a:prstGeom>
            <a:noFill/>
            <a:ln w="19050" cap="flat" cmpd="sng">
              <a:solidFill>
                <a:schemeClr val="dk1"/>
              </a:solidFill>
              <a:prstDash val="solid"/>
              <a:round/>
              <a:headEnd type="none" w="med" len="med"/>
              <a:tailEnd type="none" w="med" len="med"/>
            </a:ln>
          </p:spPr>
        </p:cxnSp>
      </p:grpSp>
      <p:sp>
        <p:nvSpPr>
          <p:cNvPr id="67"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2884725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74" r:id="rId5"/>
    <p:sldLayoutId id="2147483675" r:id="rId6"/>
    <p:sldLayoutId id="2147483679"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ualex@microsof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p>
            <a:pPr lvl="0"/>
            <a:r>
              <a:rPr lang="en" sz="2400" dirty="0"/>
              <a:t>Beyond Translation:</a:t>
            </a:r>
            <a:br>
              <a:rPr lang="en" sz="2400" dirty="0"/>
            </a:br>
            <a:r>
              <a:rPr lang="en" sz="2400" dirty="0"/>
              <a:t>Why linguistic study of sign language empowers Deaf communities</a:t>
            </a:r>
            <a:endParaRPr sz="2800" dirty="0"/>
          </a:p>
        </p:txBody>
      </p:sp>
      <p:sp>
        <p:nvSpPr>
          <p:cNvPr id="290" name="Google Shape;290;p33"/>
          <p:cNvSpPr txBox="1">
            <a:spLocks noGrp="1"/>
          </p:cNvSpPr>
          <p:nvPr>
            <p:ph type="subTitle" idx="1"/>
          </p:nvPr>
        </p:nvSpPr>
        <p:spPr>
          <a:xfrm>
            <a:off x="1087125" y="2997487"/>
            <a:ext cx="5897400" cy="15350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Hanken Grotesk"/>
                <a:ea typeface="Hanken Grotesk"/>
                <a:cs typeface="Hanken Grotesk"/>
                <a:sym typeface="Hanken Grotesk"/>
              </a:rPr>
              <a:t>Alex Lu – Microsoft Research</a:t>
            </a:r>
          </a:p>
          <a:p>
            <a:pPr marL="0" lvl="0" indent="0" algn="l" rtl="0">
              <a:spcBef>
                <a:spcPts val="0"/>
              </a:spcBef>
              <a:spcAft>
                <a:spcPts val="0"/>
              </a:spcAft>
              <a:buNone/>
            </a:pPr>
            <a:r>
              <a:rPr lang="en-US" dirty="0">
                <a:latin typeface="Hanken Grotesk"/>
                <a:ea typeface="Hanken Grotesk"/>
                <a:cs typeface="Hanken Grotesk"/>
                <a:sym typeface="Hanken Grotesk"/>
                <a:hlinkClick r:id="rId3"/>
              </a:rPr>
              <a:t>lualex@microsoft.com</a:t>
            </a:r>
            <a:r>
              <a:rPr lang="en-US" dirty="0">
                <a:latin typeface="Hanken Grotesk"/>
                <a:ea typeface="Hanken Grotesk"/>
                <a:cs typeface="Hanken Grotesk"/>
                <a:sym typeface="Hanken Grotesk"/>
              </a:rPr>
              <a:t> </a:t>
            </a:r>
            <a:endParaRPr dirty="0">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20C07-8A9D-BA28-728C-858B16445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1121A-2AD9-DE82-E09C-5F768A0C209A}"/>
              </a:ext>
            </a:extLst>
          </p:cNvPr>
          <p:cNvSpPr>
            <a:spLocks noGrp="1"/>
          </p:cNvSpPr>
          <p:nvPr>
            <p:ph type="title"/>
          </p:nvPr>
        </p:nvSpPr>
        <p:spPr>
          <a:xfrm>
            <a:off x="3302461" y="947039"/>
            <a:ext cx="4923223" cy="621029"/>
          </a:xfrm>
        </p:spPr>
        <p:txBody>
          <a:bodyPr/>
          <a:lstStyle/>
          <a:p>
            <a:r>
              <a:rPr lang="en-US" sz="2000" dirty="0"/>
              <a:t>Talk goal: convince the community to broaden collective scope of research</a:t>
            </a:r>
          </a:p>
        </p:txBody>
      </p:sp>
      <p:sp>
        <p:nvSpPr>
          <p:cNvPr id="3" name="Subtitle 2">
            <a:extLst>
              <a:ext uri="{FF2B5EF4-FFF2-40B4-BE49-F238E27FC236}">
                <a16:creationId xmlns:a16="http://schemas.microsoft.com/office/drawing/2014/main" id="{AE667FB8-8426-41AA-36C5-B2C15FE5FBCE}"/>
              </a:ext>
            </a:extLst>
          </p:cNvPr>
          <p:cNvSpPr>
            <a:spLocks noGrp="1"/>
          </p:cNvSpPr>
          <p:nvPr>
            <p:ph type="subTitle" idx="1"/>
          </p:nvPr>
        </p:nvSpPr>
        <p:spPr>
          <a:xfrm>
            <a:off x="3389504" y="1643638"/>
            <a:ext cx="4923223" cy="2619360"/>
          </a:xfrm>
        </p:spPr>
        <p:txBody>
          <a:bodyPr/>
          <a:lstStyle/>
          <a:p>
            <a:pPr>
              <a:buFont typeface="Arial" panose="020B0604020202020204" pitchFamily="34" charset="0"/>
              <a:buChar char="•"/>
            </a:pPr>
            <a:r>
              <a:rPr lang="en-US" dirty="0"/>
              <a:t>Sign language AI research overwhelmingly focuses on translation</a:t>
            </a:r>
            <a:br>
              <a:rPr lang="en-US" dirty="0"/>
            </a:br>
            <a:endParaRPr lang="en-US" dirty="0"/>
          </a:p>
          <a:p>
            <a:pPr>
              <a:buFont typeface="Arial" panose="020B0604020202020204" pitchFamily="34" charset="0"/>
              <a:buChar char="•"/>
            </a:pPr>
            <a:r>
              <a:rPr lang="en-US" dirty="0"/>
              <a:t>Areas of study critical to language equity and rights are overlooked</a:t>
            </a:r>
          </a:p>
          <a:p>
            <a:pPr>
              <a:buFont typeface="Arial" panose="020B0604020202020204" pitchFamily="34" charset="0"/>
              <a:buChar char="•"/>
            </a:pPr>
            <a:endParaRPr lang="en-US" dirty="0"/>
          </a:p>
          <a:p>
            <a:pPr>
              <a:buFont typeface="Arial" panose="020B0604020202020204" pitchFamily="34" charset="0"/>
              <a:buChar char="•"/>
            </a:pPr>
            <a:r>
              <a:rPr lang="en-US" dirty="0"/>
              <a:t>AI can accelerate study of low resource sign systems</a:t>
            </a:r>
          </a:p>
        </p:txBody>
      </p:sp>
    </p:spTree>
    <p:extLst>
      <p:ext uri="{BB962C8B-B14F-4D97-AF65-F5344CB8AC3E}">
        <p14:creationId xmlns:p14="http://schemas.microsoft.com/office/powerpoint/2010/main" val="225127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661B-5F3C-E029-57AF-F196011FC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E0645-8631-4CB1-82EE-75FBEC97C794}"/>
              </a:ext>
            </a:extLst>
          </p:cNvPr>
          <p:cNvSpPr>
            <a:spLocks noGrp="1"/>
          </p:cNvSpPr>
          <p:nvPr>
            <p:ph type="title"/>
          </p:nvPr>
        </p:nvSpPr>
        <p:spPr/>
        <p:txBody>
          <a:bodyPr/>
          <a:lstStyle/>
          <a:p>
            <a:pPr algn="ctr"/>
            <a:r>
              <a:rPr lang="en-US" dirty="0"/>
              <a:t>Sign language AI research is largely driven </a:t>
            </a:r>
            <a:br>
              <a:rPr lang="en-US" dirty="0"/>
            </a:br>
            <a:r>
              <a:rPr lang="en-US" dirty="0"/>
              <a:t>by hearing, non-signing researchers</a:t>
            </a:r>
          </a:p>
        </p:txBody>
      </p:sp>
    </p:spTree>
    <p:extLst>
      <p:ext uri="{BB962C8B-B14F-4D97-AF65-F5344CB8AC3E}">
        <p14:creationId xmlns:p14="http://schemas.microsoft.com/office/powerpoint/2010/main" val="1541744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8970-828C-4709-D352-B834F7D49EE6}"/>
              </a:ext>
            </a:extLst>
          </p:cNvPr>
          <p:cNvSpPr>
            <a:spLocks noGrp="1"/>
          </p:cNvSpPr>
          <p:nvPr>
            <p:ph type="title"/>
          </p:nvPr>
        </p:nvSpPr>
        <p:spPr/>
        <p:txBody>
          <a:bodyPr/>
          <a:lstStyle/>
          <a:p>
            <a:pPr algn="ctr"/>
            <a:r>
              <a:rPr lang="en-US" dirty="0"/>
              <a:t>Sign language AI research is largely driven </a:t>
            </a:r>
            <a:br>
              <a:rPr lang="en-US" dirty="0"/>
            </a:br>
            <a:r>
              <a:rPr lang="en-US" dirty="0"/>
              <a:t>by hearing, non-signing researchers</a:t>
            </a:r>
          </a:p>
        </p:txBody>
      </p:sp>
      <p:pic>
        <p:nvPicPr>
          <p:cNvPr id="4" name="Picture 3">
            <a:extLst>
              <a:ext uri="{FF2B5EF4-FFF2-40B4-BE49-F238E27FC236}">
                <a16:creationId xmlns:a16="http://schemas.microsoft.com/office/drawing/2014/main" id="{752FB6B2-A32E-0677-8E0C-5774CC55868E}"/>
              </a:ext>
            </a:extLst>
          </p:cNvPr>
          <p:cNvPicPr>
            <a:picLocks noChangeAspect="1"/>
          </p:cNvPicPr>
          <p:nvPr/>
        </p:nvPicPr>
        <p:blipFill>
          <a:blip r:embed="rId3"/>
          <a:stretch>
            <a:fillRect/>
          </a:stretch>
        </p:blipFill>
        <p:spPr>
          <a:xfrm>
            <a:off x="3341610" y="3824712"/>
            <a:ext cx="5221604" cy="932065"/>
          </a:xfrm>
          <a:prstGeom prst="rect">
            <a:avLst/>
          </a:prstGeom>
        </p:spPr>
      </p:pic>
      <p:pic>
        <p:nvPicPr>
          <p:cNvPr id="9" name="Picture 8">
            <a:extLst>
              <a:ext uri="{FF2B5EF4-FFF2-40B4-BE49-F238E27FC236}">
                <a16:creationId xmlns:a16="http://schemas.microsoft.com/office/drawing/2014/main" id="{1A875CC1-D036-4648-1E8F-64BB3FA4F5E8}"/>
              </a:ext>
            </a:extLst>
          </p:cNvPr>
          <p:cNvPicPr>
            <a:picLocks noChangeAspect="1"/>
          </p:cNvPicPr>
          <p:nvPr/>
        </p:nvPicPr>
        <p:blipFill rotWithShape="1">
          <a:blip r:embed="rId4"/>
          <a:srcRect l="1770" t="62564" r="28049" b="33533"/>
          <a:stretch/>
        </p:blipFill>
        <p:spPr>
          <a:xfrm>
            <a:off x="3518326" y="2480366"/>
            <a:ext cx="5192637" cy="347738"/>
          </a:xfrm>
          <a:prstGeom prst="rect">
            <a:avLst/>
          </a:prstGeom>
        </p:spPr>
      </p:pic>
      <p:pic>
        <p:nvPicPr>
          <p:cNvPr id="11" name="Picture 10" descr="The image depicts a text fragment highlighting the simplicity of sign language vocabulary and its complex grammar, contrasted with the rich vocabulary of spoken languages worldwide.&#10;&#10;AI-generated content may be incorrect.">
            <a:extLst>
              <a:ext uri="{FF2B5EF4-FFF2-40B4-BE49-F238E27FC236}">
                <a16:creationId xmlns:a16="http://schemas.microsoft.com/office/drawing/2014/main" id="{37B779D5-1663-2DD4-A338-91360726A5E8}"/>
              </a:ext>
            </a:extLst>
          </p:cNvPr>
          <p:cNvPicPr>
            <a:picLocks noChangeAspect="1"/>
          </p:cNvPicPr>
          <p:nvPr/>
        </p:nvPicPr>
        <p:blipFill>
          <a:blip r:embed="rId5"/>
          <a:stretch>
            <a:fillRect/>
          </a:stretch>
        </p:blipFill>
        <p:spPr>
          <a:xfrm>
            <a:off x="3453758" y="2966207"/>
            <a:ext cx="5354102" cy="709277"/>
          </a:xfrm>
          <a:prstGeom prst="rect">
            <a:avLst/>
          </a:prstGeom>
        </p:spPr>
      </p:pic>
      <p:sp>
        <p:nvSpPr>
          <p:cNvPr id="14" name="Text Placeholder 5">
            <a:extLst>
              <a:ext uri="{FF2B5EF4-FFF2-40B4-BE49-F238E27FC236}">
                <a16:creationId xmlns:a16="http://schemas.microsoft.com/office/drawing/2014/main" id="{D527F399-6832-60FF-C6BA-89B6A53FFCED}"/>
              </a:ext>
            </a:extLst>
          </p:cNvPr>
          <p:cNvSpPr txBox="1">
            <a:spLocks/>
          </p:cNvSpPr>
          <p:nvPr/>
        </p:nvSpPr>
        <p:spPr>
          <a:xfrm>
            <a:off x="203808" y="1769806"/>
            <a:ext cx="2930226" cy="26790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algn="ctr"/>
            <a:r>
              <a:rPr lang="en-US" dirty="0"/>
              <a:t>Overt issues when </a:t>
            </a:r>
            <a:br>
              <a:rPr lang="en-US" dirty="0"/>
            </a:br>
            <a:r>
              <a:rPr lang="en-US" b="1" dirty="0"/>
              <a:t>individual</a:t>
            </a:r>
            <a:r>
              <a:rPr lang="en-US" dirty="0"/>
              <a:t> researchers </a:t>
            </a:r>
            <a:br>
              <a:rPr lang="en-US" dirty="0"/>
            </a:br>
            <a:r>
              <a:rPr lang="en-US" dirty="0"/>
              <a:t>lack cultural sensitivity </a:t>
            </a:r>
            <a:br>
              <a:rPr lang="en-US" dirty="0"/>
            </a:br>
            <a:endParaRPr lang="en-US" dirty="0"/>
          </a:p>
        </p:txBody>
      </p:sp>
      <p:pic>
        <p:nvPicPr>
          <p:cNvPr id="16" name="Picture 15" descr="Literature Review on Sign Language Generation,&#10;&#10;AI-generated content may be incorrect.">
            <a:extLst>
              <a:ext uri="{FF2B5EF4-FFF2-40B4-BE49-F238E27FC236}">
                <a16:creationId xmlns:a16="http://schemas.microsoft.com/office/drawing/2014/main" id="{4D3FCF94-C24E-97E5-AAF7-866FCBD04FDD}"/>
              </a:ext>
            </a:extLst>
          </p:cNvPr>
          <p:cNvPicPr>
            <a:picLocks noChangeAspect="1"/>
          </p:cNvPicPr>
          <p:nvPr/>
        </p:nvPicPr>
        <p:blipFill>
          <a:blip r:embed="rId4"/>
          <a:srcRect l="1900" t="33167" r="6972" b="52884"/>
          <a:stretch>
            <a:fillRect/>
          </a:stretch>
        </p:blipFill>
        <p:spPr>
          <a:xfrm>
            <a:off x="3761877" y="1607518"/>
            <a:ext cx="4737863" cy="872848"/>
          </a:xfrm>
          <a:prstGeom prst="rect">
            <a:avLst/>
          </a:prstGeom>
        </p:spPr>
      </p:pic>
    </p:spTree>
    <p:extLst>
      <p:ext uri="{BB962C8B-B14F-4D97-AF65-F5344CB8AC3E}">
        <p14:creationId xmlns:p14="http://schemas.microsoft.com/office/powerpoint/2010/main" val="509000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CA898-DE51-7BF4-1A91-5EAC062F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14900-B476-801C-22E9-D2BCEF34B342}"/>
              </a:ext>
            </a:extLst>
          </p:cNvPr>
          <p:cNvSpPr>
            <a:spLocks noGrp="1"/>
          </p:cNvSpPr>
          <p:nvPr>
            <p:ph type="title"/>
          </p:nvPr>
        </p:nvSpPr>
        <p:spPr/>
        <p:txBody>
          <a:bodyPr/>
          <a:lstStyle/>
          <a:p>
            <a:pPr algn="ctr"/>
            <a:r>
              <a:rPr lang="en-US" dirty="0"/>
              <a:t>Sign language AI research is largely driven </a:t>
            </a:r>
            <a:br>
              <a:rPr lang="en-US" dirty="0"/>
            </a:br>
            <a:r>
              <a:rPr lang="en-US" dirty="0"/>
              <a:t>by hearing, non-signing researchers</a:t>
            </a:r>
          </a:p>
        </p:txBody>
      </p:sp>
      <p:sp>
        <p:nvSpPr>
          <p:cNvPr id="3" name="Text Placeholder 5">
            <a:extLst>
              <a:ext uri="{FF2B5EF4-FFF2-40B4-BE49-F238E27FC236}">
                <a16:creationId xmlns:a16="http://schemas.microsoft.com/office/drawing/2014/main" id="{EAE833E3-F43E-80FB-B0CE-E8D8B3EEF8A1}"/>
              </a:ext>
            </a:extLst>
          </p:cNvPr>
          <p:cNvSpPr>
            <a:spLocks noGrp="1"/>
          </p:cNvSpPr>
          <p:nvPr>
            <p:ph type="body" idx="1"/>
          </p:nvPr>
        </p:nvSpPr>
        <p:spPr>
          <a:xfrm>
            <a:off x="203808" y="1769806"/>
            <a:ext cx="2930226" cy="2679044"/>
          </a:xfrm>
        </p:spPr>
        <p:txBody>
          <a:bodyPr/>
          <a:lstStyle/>
          <a:p>
            <a:pPr algn="ctr"/>
            <a:r>
              <a:rPr lang="en-US" dirty="0"/>
              <a:t>Overt issues when </a:t>
            </a:r>
            <a:br>
              <a:rPr lang="en-US" dirty="0"/>
            </a:br>
            <a:r>
              <a:rPr lang="en-US" b="1" dirty="0"/>
              <a:t>individual</a:t>
            </a:r>
            <a:r>
              <a:rPr lang="en-US" dirty="0"/>
              <a:t> researchers </a:t>
            </a:r>
            <a:br>
              <a:rPr lang="en-US" dirty="0"/>
            </a:br>
            <a:r>
              <a:rPr lang="en-US" dirty="0"/>
              <a:t>lack cultural sensitivity</a:t>
            </a:r>
            <a:br>
              <a:rPr lang="en-US" dirty="0"/>
            </a:br>
            <a:endParaRPr lang="en-US" dirty="0"/>
          </a:p>
          <a:p>
            <a:pPr algn="ctr"/>
            <a:r>
              <a:rPr lang="en-US" dirty="0"/>
              <a:t>But what systemic issues emerge as researchers behave in </a:t>
            </a:r>
            <a:r>
              <a:rPr lang="en-US" b="1" dirty="0"/>
              <a:t>collective</a:t>
            </a:r>
            <a:r>
              <a:rPr lang="en-US" dirty="0"/>
              <a:t>?</a:t>
            </a:r>
          </a:p>
        </p:txBody>
      </p:sp>
      <p:pic>
        <p:nvPicPr>
          <p:cNvPr id="8" name="Graphic 7" descr="User outline">
            <a:extLst>
              <a:ext uri="{FF2B5EF4-FFF2-40B4-BE49-F238E27FC236}">
                <a16:creationId xmlns:a16="http://schemas.microsoft.com/office/drawing/2014/main" id="{7C13F04C-8BA1-34CD-A562-70463F8FEB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0" y="1844637"/>
            <a:ext cx="914400" cy="914400"/>
          </a:xfrm>
          <a:prstGeom prst="rect">
            <a:avLst/>
          </a:prstGeom>
        </p:spPr>
      </p:pic>
      <p:pic>
        <p:nvPicPr>
          <p:cNvPr id="10" name="Graphic 9" descr="User outline">
            <a:extLst>
              <a:ext uri="{FF2B5EF4-FFF2-40B4-BE49-F238E27FC236}">
                <a16:creationId xmlns:a16="http://schemas.microsoft.com/office/drawing/2014/main" id="{1D3D569E-E1D1-F18B-1CD4-1435A666BF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2534" y="1844637"/>
            <a:ext cx="914400" cy="914400"/>
          </a:xfrm>
          <a:prstGeom prst="rect">
            <a:avLst/>
          </a:prstGeom>
        </p:spPr>
      </p:pic>
      <p:pic>
        <p:nvPicPr>
          <p:cNvPr id="12" name="Graphic 11" descr="User outline">
            <a:extLst>
              <a:ext uri="{FF2B5EF4-FFF2-40B4-BE49-F238E27FC236}">
                <a16:creationId xmlns:a16="http://schemas.microsoft.com/office/drawing/2014/main" id="{3B0F8E61-7A51-CCB8-5D42-6E28E78A03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52766" y="1844637"/>
            <a:ext cx="914400" cy="914400"/>
          </a:xfrm>
          <a:prstGeom prst="rect">
            <a:avLst/>
          </a:prstGeom>
        </p:spPr>
      </p:pic>
      <p:pic>
        <p:nvPicPr>
          <p:cNvPr id="14" name="Graphic 13" descr="User outline">
            <a:extLst>
              <a:ext uri="{FF2B5EF4-FFF2-40B4-BE49-F238E27FC236}">
                <a16:creationId xmlns:a16="http://schemas.microsoft.com/office/drawing/2014/main" id="{07598BF2-2ABA-8669-95DF-6DD70D20F5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22111" y="1844637"/>
            <a:ext cx="914400" cy="914400"/>
          </a:xfrm>
          <a:prstGeom prst="rect">
            <a:avLst/>
          </a:prstGeom>
        </p:spPr>
      </p:pic>
      <p:pic>
        <p:nvPicPr>
          <p:cNvPr id="16" name="Graphic 15" descr="User outline">
            <a:extLst>
              <a:ext uri="{FF2B5EF4-FFF2-40B4-BE49-F238E27FC236}">
                <a16:creationId xmlns:a16="http://schemas.microsoft.com/office/drawing/2014/main" id="{E8F8EC26-8D11-BDD7-0115-E63BF5CE3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1789" y="1844637"/>
            <a:ext cx="914400" cy="914400"/>
          </a:xfrm>
          <a:prstGeom prst="rect">
            <a:avLst/>
          </a:prstGeom>
        </p:spPr>
      </p:pic>
      <p:pic>
        <p:nvPicPr>
          <p:cNvPr id="18" name="Graphic 17" descr="User outline">
            <a:extLst>
              <a:ext uri="{FF2B5EF4-FFF2-40B4-BE49-F238E27FC236}">
                <a16:creationId xmlns:a16="http://schemas.microsoft.com/office/drawing/2014/main" id="{BE780E29-E2A9-A4BA-0FCB-6043EDDC76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2" y="2448729"/>
            <a:ext cx="914400" cy="914400"/>
          </a:xfrm>
          <a:prstGeom prst="rect">
            <a:avLst/>
          </a:prstGeom>
        </p:spPr>
      </p:pic>
      <p:pic>
        <p:nvPicPr>
          <p:cNvPr id="20" name="Graphic 19" descr="User outline">
            <a:extLst>
              <a:ext uri="{FF2B5EF4-FFF2-40B4-BE49-F238E27FC236}">
                <a16:creationId xmlns:a16="http://schemas.microsoft.com/office/drawing/2014/main" id="{544DFB27-7B6C-59AB-996B-49CE0C25DA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2536" y="2448729"/>
            <a:ext cx="914400" cy="914400"/>
          </a:xfrm>
          <a:prstGeom prst="rect">
            <a:avLst/>
          </a:prstGeom>
        </p:spPr>
      </p:pic>
      <p:pic>
        <p:nvPicPr>
          <p:cNvPr id="22" name="Graphic 21" descr="User outline">
            <a:extLst>
              <a:ext uri="{FF2B5EF4-FFF2-40B4-BE49-F238E27FC236}">
                <a16:creationId xmlns:a16="http://schemas.microsoft.com/office/drawing/2014/main" id="{39284AFA-8721-421F-DDBA-A0F2BB65F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52768" y="2448729"/>
            <a:ext cx="914400" cy="914400"/>
          </a:xfrm>
          <a:prstGeom prst="rect">
            <a:avLst/>
          </a:prstGeom>
        </p:spPr>
      </p:pic>
      <p:pic>
        <p:nvPicPr>
          <p:cNvPr id="24" name="Graphic 23" descr="User outline">
            <a:extLst>
              <a:ext uri="{FF2B5EF4-FFF2-40B4-BE49-F238E27FC236}">
                <a16:creationId xmlns:a16="http://schemas.microsoft.com/office/drawing/2014/main" id="{D444B7BE-2046-390E-1601-2B5E5AB283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22113" y="2448729"/>
            <a:ext cx="914400" cy="914400"/>
          </a:xfrm>
          <a:prstGeom prst="rect">
            <a:avLst/>
          </a:prstGeom>
        </p:spPr>
      </p:pic>
      <p:pic>
        <p:nvPicPr>
          <p:cNvPr id="26" name="Graphic 25" descr="User outline">
            <a:extLst>
              <a:ext uri="{FF2B5EF4-FFF2-40B4-BE49-F238E27FC236}">
                <a16:creationId xmlns:a16="http://schemas.microsoft.com/office/drawing/2014/main" id="{CC95ACA6-EB90-D298-3351-6DA4C30B5F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1791" y="2448729"/>
            <a:ext cx="914400" cy="914400"/>
          </a:xfrm>
          <a:prstGeom prst="rect">
            <a:avLst/>
          </a:prstGeom>
        </p:spPr>
      </p:pic>
      <p:pic>
        <p:nvPicPr>
          <p:cNvPr id="28" name="Graphic 27" descr="User outline">
            <a:extLst>
              <a:ext uri="{FF2B5EF4-FFF2-40B4-BE49-F238E27FC236}">
                <a16:creationId xmlns:a16="http://schemas.microsoft.com/office/drawing/2014/main" id="{D5AAA8D0-8B6F-69AC-B985-BE0033B886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36051" y="3052821"/>
            <a:ext cx="914400" cy="914400"/>
          </a:xfrm>
          <a:prstGeom prst="rect">
            <a:avLst/>
          </a:prstGeom>
        </p:spPr>
      </p:pic>
      <p:pic>
        <p:nvPicPr>
          <p:cNvPr id="30" name="Graphic 29" descr="User outline">
            <a:extLst>
              <a:ext uri="{FF2B5EF4-FFF2-40B4-BE49-F238E27FC236}">
                <a16:creationId xmlns:a16="http://schemas.microsoft.com/office/drawing/2014/main" id="{10C9658D-39B1-4CCE-C938-9B848D174B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33785" y="3052821"/>
            <a:ext cx="914400" cy="914400"/>
          </a:xfrm>
          <a:prstGeom prst="rect">
            <a:avLst/>
          </a:prstGeom>
        </p:spPr>
      </p:pic>
      <p:pic>
        <p:nvPicPr>
          <p:cNvPr id="32" name="Graphic 31" descr="User outline">
            <a:extLst>
              <a:ext uri="{FF2B5EF4-FFF2-40B4-BE49-F238E27FC236}">
                <a16:creationId xmlns:a16="http://schemas.microsoft.com/office/drawing/2014/main" id="{C6ECCABE-E164-0FC2-C8D7-DFBC9CD143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74017" y="3052821"/>
            <a:ext cx="914400" cy="914400"/>
          </a:xfrm>
          <a:prstGeom prst="rect">
            <a:avLst/>
          </a:prstGeom>
        </p:spPr>
      </p:pic>
      <p:pic>
        <p:nvPicPr>
          <p:cNvPr id="34" name="Graphic 33" descr="User outline">
            <a:extLst>
              <a:ext uri="{FF2B5EF4-FFF2-40B4-BE49-F238E27FC236}">
                <a16:creationId xmlns:a16="http://schemas.microsoft.com/office/drawing/2014/main" id="{181E891E-1DBA-A0A0-12EE-2B529909F5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362" y="3052821"/>
            <a:ext cx="914400" cy="914400"/>
          </a:xfrm>
          <a:prstGeom prst="rect">
            <a:avLst/>
          </a:prstGeom>
        </p:spPr>
      </p:pic>
      <p:pic>
        <p:nvPicPr>
          <p:cNvPr id="36" name="Graphic 35" descr="User outline">
            <a:extLst>
              <a:ext uri="{FF2B5EF4-FFF2-40B4-BE49-F238E27FC236}">
                <a16:creationId xmlns:a16="http://schemas.microsoft.com/office/drawing/2014/main" id="{D237FC65-3E58-36B1-79C8-50BE6276F3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93040" y="3052821"/>
            <a:ext cx="914400" cy="914400"/>
          </a:xfrm>
          <a:prstGeom prst="rect">
            <a:avLst/>
          </a:prstGeom>
        </p:spPr>
      </p:pic>
    </p:spTree>
    <p:extLst>
      <p:ext uri="{BB962C8B-B14F-4D97-AF65-F5344CB8AC3E}">
        <p14:creationId xmlns:p14="http://schemas.microsoft.com/office/powerpoint/2010/main" val="510885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B5CA-F36A-FAE8-9E27-AE37D66F7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45A8B-0AC0-D40E-E44D-D0660EF020D9}"/>
              </a:ext>
            </a:extLst>
          </p:cNvPr>
          <p:cNvSpPr>
            <a:spLocks noGrp="1"/>
          </p:cNvSpPr>
          <p:nvPr>
            <p:ph type="title"/>
          </p:nvPr>
        </p:nvSpPr>
        <p:spPr/>
        <p:txBody>
          <a:bodyPr/>
          <a:lstStyle/>
          <a:p>
            <a:pPr algn="ctr"/>
            <a:r>
              <a:rPr lang="en-US" sz="2400" dirty="0"/>
              <a:t>We conducted one of the most comprehensive reviews of sign language AI literature</a:t>
            </a:r>
          </a:p>
        </p:txBody>
      </p:sp>
      <p:pic>
        <p:nvPicPr>
          <p:cNvPr id="4" name="Picture 2" descr="Hearing loss drives UD golfer | UDaily">
            <a:extLst>
              <a:ext uri="{FF2B5EF4-FFF2-40B4-BE49-F238E27FC236}">
                <a16:creationId xmlns:a16="http://schemas.microsoft.com/office/drawing/2014/main" id="{3358085D-D588-6BFD-0C83-3DDF9628A6BE}"/>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6848370" y="1753843"/>
            <a:ext cx="1310166" cy="1257173"/>
          </a:xfrm>
          <a:prstGeom prst="ellipse">
            <a:avLst/>
          </a:prstGeom>
          <a:noFill/>
          <a:extLst>
            <a:ext uri="{909E8E84-426E-40DD-AFC4-6F175D3DCCD1}">
              <a14:hiddenFill xmlns:a14="http://schemas.microsoft.com/office/drawing/2010/main">
                <a:solidFill>
                  <a:srgbClr val="FFFFFF"/>
                </a:solidFill>
              </a14:hiddenFill>
            </a:ext>
          </a:extLst>
        </p:spPr>
      </p:pic>
      <p:sp>
        <p:nvSpPr>
          <p:cNvPr id="7" name="Google Shape;290;p33">
            <a:extLst>
              <a:ext uri="{FF2B5EF4-FFF2-40B4-BE49-F238E27FC236}">
                <a16:creationId xmlns:a16="http://schemas.microsoft.com/office/drawing/2014/main" id="{9912ACF8-BCF2-8EC1-1656-C72D2685791A}"/>
              </a:ext>
            </a:extLst>
          </p:cNvPr>
          <p:cNvSpPr txBox="1">
            <a:spLocks/>
          </p:cNvSpPr>
          <p:nvPr/>
        </p:nvSpPr>
        <p:spPr>
          <a:xfrm>
            <a:off x="6458888" y="3011016"/>
            <a:ext cx="2089130"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Aashaka Desai</a:t>
            </a:r>
            <a:br>
              <a:rPr lang="nn-NO" dirty="0"/>
            </a:br>
            <a:r>
              <a:rPr lang="nn-NO" dirty="0"/>
              <a:t>PhD Candidate</a:t>
            </a:r>
            <a:br>
              <a:rPr lang="nn-NO" dirty="0"/>
            </a:br>
            <a:r>
              <a:rPr lang="nn-NO" dirty="0"/>
              <a:t>University of Washington</a:t>
            </a:r>
          </a:p>
        </p:txBody>
      </p:sp>
      <p:pic>
        <p:nvPicPr>
          <p:cNvPr id="11" name="Graphic 10" descr="Chat outline">
            <a:extLst>
              <a:ext uri="{FF2B5EF4-FFF2-40B4-BE49-F238E27FC236}">
                <a16:creationId xmlns:a16="http://schemas.microsoft.com/office/drawing/2014/main" id="{2D3D14FB-1366-FE87-5B24-BD6E373174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7120" y="1661597"/>
            <a:ext cx="831273" cy="831273"/>
          </a:xfrm>
          <a:prstGeom prst="rect">
            <a:avLst/>
          </a:prstGeom>
        </p:spPr>
      </p:pic>
      <p:pic>
        <p:nvPicPr>
          <p:cNvPr id="13" name="Graphic 12" descr="Server outline">
            <a:extLst>
              <a:ext uri="{FF2B5EF4-FFF2-40B4-BE49-F238E27FC236}">
                <a16:creationId xmlns:a16="http://schemas.microsoft.com/office/drawing/2014/main" id="{D5A4B296-8509-E7E5-87F5-A48D05E1599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21801" y="1687166"/>
            <a:ext cx="831273" cy="831273"/>
          </a:xfrm>
          <a:prstGeom prst="rect">
            <a:avLst/>
          </a:prstGeom>
        </p:spPr>
      </p:pic>
      <p:pic>
        <p:nvPicPr>
          <p:cNvPr id="15" name="Graphic 14" descr="Processor outline">
            <a:extLst>
              <a:ext uri="{FF2B5EF4-FFF2-40B4-BE49-F238E27FC236}">
                <a16:creationId xmlns:a16="http://schemas.microsoft.com/office/drawing/2014/main" id="{47AACC61-B66A-4727-4FF4-6DCBCD2A8B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7930" y="2826074"/>
            <a:ext cx="831273" cy="831273"/>
          </a:xfrm>
          <a:prstGeom prst="rect">
            <a:avLst/>
          </a:prstGeom>
        </p:spPr>
      </p:pic>
      <p:pic>
        <p:nvPicPr>
          <p:cNvPr id="17" name="Graphic 16" descr="Label outline">
            <a:extLst>
              <a:ext uri="{FF2B5EF4-FFF2-40B4-BE49-F238E27FC236}">
                <a16:creationId xmlns:a16="http://schemas.microsoft.com/office/drawing/2014/main" id="{4ECB2027-6A08-5727-0F8E-DC8B530A9A2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39377" y="2837377"/>
            <a:ext cx="831273" cy="831273"/>
          </a:xfrm>
          <a:prstGeom prst="rect">
            <a:avLst/>
          </a:prstGeom>
        </p:spPr>
      </p:pic>
      <p:pic>
        <p:nvPicPr>
          <p:cNvPr id="19" name="Graphic 18" descr="Books outline">
            <a:extLst>
              <a:ext uri="{FF2B5EF4-FFF2-40B4-BE49-F238E27FC236}">
                <a16:creationId xmlns:a16="http://schemas.microsoft.com/office/drawing/2014/main" id="{36C4F593-8547-EC38-703F-3A6DA2337B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425523" y="1663823"/>
            <a:ext cx="1296587" cy="1296587"/>
          </a:xfrm>
          <a:prstGeom prst="rect">
            <a:avLst/>
          </a:prstGeom>
        </p:spPr>
      </p:pic>
      <p:sp>
        <p:nvSpPr>
          <p:cNvPr id="23" name="TextBox 22">
            <a:extLst>
              <a:ext uri="{FF2B5EF4-FFF2-40B4-BE49-F238E27FC236}">
                <a16:creationId xmlns:a16="http://schemas.microsoft.com/office/drawing/2014/main" id="{79E371C6-6EC9-F5D2-0DFA-BA47DE794659}"/>
              </a:ext>
            </a:extLst>
          </p:cNvPr>
          <p:cNvSpPr txBox="1"/>
          <p:nvPr/>
        </p:nvSpPr>
        <p:spPr>
          <a:xfrm>
            <a:off x="1106342" y="4130306"/>
            <a:ext cx="5066070" cy="646331"/>
          </a:xfrm>
          <a:prstGeom prst="rect">
            <a:avLst/>
          </a:prstGeom>
          <a:noFill/>
        </p:spPr>
        <p:txBody>
          <a:bodyPr wrap="square">
            <a:spAutoFit/>
          </a:bodyPr>
          <a:lstStyle/>
          <a:p>
            <a:pPr algn="ctr">
              <a:buNone/>
            </a:pPr>
            <a:r>
              <a:rPr lang="en-US" sz="1800" i="0" u="none" strike="noStrike" dirty="0">
                <a:solidFill>
                  <a:srgbClr val="0070C0"/>
                </a:solidFill>
                <a:effectLst/>
                <a:latin typeface="Inter"/>
              </a:rPr>
              <a:t>Systemic Biases in Sign Language AI Research: </a:t>
            </a:r>
            <a:br>
              <a:rPr lang="en-US" sz="1800" i="0" u="none" strike="noStrike" dirty="0">
                <a:solidFill>
                  <a:srgbClr val="0070C0"/>
                </a:solidFill>
                <a:effectLst/>
                <a:latin typeface="Inter"/>
              </a:rPr>
            </a:br>
            <a:r>
              <a:rPr lang="en-US" sz="1800" i="0" u="none" strike="noStrike" dirty="0">
                <a:solidFill>
                  <a:srgbClr val="0070C0"/>
                </a:solidFill>
                <a:effectLst/>
                <a:latin typeface="Inter"/>
              </a:rPr>
              <a:t>A Deaf-Led Call to Reevaluate Research Agendas</a:t>
            </a:r>
            <a:endParaRPr lang="en-US" sz="1800" i="0" dirty="0">
              <a:solidFill>
                <a:srgbClr val="0070C0"/>
              </a:solidFill>
              <a:effectLst/>
              <a:latin typeface="Inter"/>
            </a:endParaRPr>
          </a:p>
        </p:txBody>
      </p:sp>
      <p:sp>
        <p:nvSpPr>
          <p:cNvPr id="24" name="TextBox 23">
            <a:extLst>
              <a:ext uri="{FF2B5EF4-FFF2-40B4-BE49-F238E27FC236}">
                <a16:creationId xmlns:a16="http://schemas.microsoft.com/office/drawing/2014/main" id="{8F26EBC2-079D-685B-366A-4A1A8F8BD5FF}"/>
              </a:ext>
            </a:extLst>
          </p:cNvPr>
          <p:cNvSpPr txBox="1"/>
          <p:nvPr/>
        </p:nvSpPr>
        <p:spPr>
          <a:xfrm>
            <a:off x="983270" y="3011016"/>
            <a:ext cx="2197473" cy="646331"/>
          </a:xfrm>
          <a:prstGeom prst="rect">
            <a:avLst/>
          </a:prstGeom>
          <a:noFill/>
        </p:spPr>
        <p:txBody>
          <a:bodyPr wrap="square" rtlCol="0">
            <a:spAutoFit/>
          </a:bodyPr>
          <a:lstStyle/>
          <a:p>
            <a:pPr algn="ctr"/>
            <a:r>
              <a:rPr lang="en-US" sz="1800" dirty="0">
                <a:latin typeface="Hanken Grotesk" panose="020B0604020202020204" charset="0"/>
              </a:rPr>
              <a:t>101 sign language AI papers</a:t>
            </a:r>
          </a:p>
        </p:txBody>
      </p:sp>
      <p:sp>
        <p:nvSpPr>
          <p:cNvPr id="26" name="TextBox 25">
            <a:extLst>
              <a:ext uri="{FF2B5EF4-FFF2-40B4-BE49-F238E27FC236}">
                <a16:creationId xmlns:a16="http://schemas.microsoft.com/office/drawing/2014/main" id="{9F147EA5-E553-65E6-C6AE-CD496C620033}"/>
              </a:ext>
            </a:extLst>
          </p:cNvPr>
          <p:cNvSpPr txBox="1"/>
          <p:nvPr/>
        </p:nvSpPr>
        <p:spPr>
          <a:xfrm>
            <a:off x="2924019" y="2491561"/>
            <a:ext cx="2197473" cy="338554"/>
          </a:xfrm>
          <a:prstGeom prst="rect">
            <a:avLst/>
          </a:prstGeom>
          <a:noFill/>
        </p:spPr>
        <p:txBody>
          <a:bodyPr wrap="square" rtlCol="0">
            <a:spAutoFit/>
          </a:bodyPr>
          <a:lstStyle/>
          <a:p>
            <a:pPr algn="ctr"/>
            <a:r>
              <a:rPr lang="en-US" sz="1600" dirty="0">
                <a:latin typeface="Hanken Grotesk" panose="020B0604020202020204" charset="0"/>
              </a:rPr>
              <a:t>Motivation</a:t>
            </a:r>
          </a:p>
        </p:txBody>
      </p:sp>
      <p:sp>
        <p:nvSpPr>
          <p:cNvPr id="28" name="TextBox 27">
            <a:extLst>
              <a:ext uri="{FF2B5EF4-FFF2-40B4-BE49-F238E27FC236}">
                <a16:creationId xmlns:a16="http://schemas.microsoft.com/office/drawing/2014/main" id="{A1353DD3-4DB3-F3EF-0A53-ABA745DCF80B}"/>
              </a:ext>
            </a:extLst>
          </p:cNvPr>
          <p:cNvSpPr txBox="1"/>
          <p:nvPr/>
        </p:nvSpPr>
        <p:spPr>
          <a:xfrm>
            <a:off x="4538700" y="2491561"/>
            <a:ext cx="2197473" cy="338554"/>
          </a:xfrm>
          <a:prstGeom prst="rect">
            <a:avLst/>
          </a:prstGeom>
          <a:noFill/>
        </p:spPr>
        <p:txBody>
          <a:bodyPr wrap="square" rtlCol="0">
            <a:spAutoFit/>
          </a:bodyPr>
          <a:lstStyle/>
          <a:p>
            <a:pPr algn="ctr"/>
            <a:r>
              <a:rPr lang="en-US" sz="1600" dirty="0">
                <a:latin typeface="Hanken Grotesk" panose="020B0604020202020204" charset="0"/>
              </a:rPr>
              <a:t>Data</a:t>
            </a:r>
          </a:p>
        </p:txBody>
      </p:sp>
      <p:sp>
        <p:nvSpPr>
          <p:cNvPr id="30" name="TextBox 29">
            <a:extLst>
              <a:ext uri="{FF2B5EF4-FFF2-40B4-BE49-F238E27FC236}">
                <a16:creationId xmlns:a16="http://schemas.microsoft.com/office/drawing/2014/main" id="{E6E95D06-B259-13B3-8A38-163AA2778299}"/>
              </a:ext>
            </a:extLst>
          </p:cNvPr>
          <p:cNvSpPr txBox="1"/>
          <p:nvPr/>
        </p:nvSpPr>
        <p:spPr>
          <a:xfrm>
            <a:off x="2956276" y="3637730"/>
            <a:ext cx="2197473" cy="338554"/>
          </a:xfrm>
          <a:prstGeom prst="rect">
            <a:avLst/>
          </a:prstGeom>
          <a:noFill/>
        </p:spPr>
        <p:txBody>
          <a:bodyPr wrap="square" rtlCol="0">
            <a:spAutoFit/>
          </a:bodyPr>
          <a:lstStyle/>
          <a:p>
            <a:pPr algn="ctr"/>
            <a:r>
              <a:rPr lang="en-US" sz="1600" dirty="0">
                <a:latin typeface="Hanken Grotesk" panose="020B0604020202020204" charset="0"/>
              </a:rPr>
              <a:t>Labels</a:t>
            </a:r>
          </a:p>
        </p:txBody>
      </p:sp>
      <p:sp>
        <p:nvSpPr>
          <p:cNvPr id="32" name="TextBox 31">
            <a:extLst>
              <a:ext uri="{FF2B5EF4-FFF2-40B4-BE49-F238E27FC236}">
                <a16:creationId xmlns:a16="http://schemas.microsoft.com/office/drawing/2014/main" id="{F57AACDC-5023-2A97-3968-C399C7D60142}"/>
              </a:ext>
            </a:extLst>
          </p:cNvPr>
          <p:cNvSpPr txBox="1"/>
          <p:nvPr/>
        </p:nvSpPr>
        <p:spPr>
          <a:xfrm>
            <a:off x="4557919" y="3641283"/>
            <a:ext cx="2197473" cy="338554"/>
          </a:xfrm>
          <a:prstGeom prst="rect">
            <a:avLst/>
          </a:prstGeom>
          <a:noFill/>
        </p:spPr>
        <p:txBody>
          <a:bodyPr wrap="square" rtlCol="0">
            <a:spAutoFit/>
          </a:bodyPr>
          <a:lstStyle/>
          <a:p>
            <a:pPr algn="ctr"/>
            <a:r>
              <a:rPr lang="en-US" sz="1600" dirty="0">
                <a:latin typeface="Hanken Grotesk" panose="020B0604020202020204" charset="0"/>
              </a:rPr>
              <a:t>Models</a:t>
            </a:r>
          </a:p>
        </p:txBody>
      </p:sp>
    </p:spTree>
    <p:extLst>
      <p:ext uri="{BB962C8B-B14F-4D97-AF65-F5344CB8AC3E}">
        <p14:creationId xmlns:p14="http://schemas.microsoft.com/office/powerpoint/2010/main" val="1393911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FB77-3D4F-6C32-BDBF-5B36ED79A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1D9E9-DA16-E387-7B28-DF5CC8D4E426}"/>
              </a:ext>
            </a:extLst>
          </p:cNvPr>
          <p:cNvSpPr>
            <a:spLocks noGrp="1"/>
          </p:cNvSpPr>
          <p:nvPr>
            <p:ph type="title"/>
          </p:nvPr>
        </p:nvSpPr>
        <p:spPr>
          <a:xfrm>
            <a:off x="720000" y="312289"/>
            <a:ext cx="7704000" cy="572700"/>
          </a:xfrm>
        </p:spPr>
        <p:txBody>
          <a:bodyPr/>
          <a:lstStyle/>
          <a:p>
            <a:pPr algn="ctr"/>
            <a:r>
              <a:rPr lang="en-US" dirty="0"/>
              <a:t>An overwhelming majority of</a:t>
            </a:r>
            <a:br>
              <a:rPr lang="en-US" dirty="0"/>
            </a:br>
            <a:r>
              <a:rPr lang="en-US" dirty="0"/>
              <a:t> papers focus on translation</a:t>
            </a:r>
          </a:p>
        </p:txBody>
      </p:sp>
      <p:sp>
        <p:nvSpPr>
          <p:cNvPr id="6" name="Text Placeholder 5">
            <a:extLst>
              <a:ext uri="{FF2B5EF4-FFF2-40B4-BE49-F238E27FC236}">
                <a16:creationId xmlns:a16="http://schemas.microsoft.com/office/drawing/2014/main" id="{90E70E60-45FF-ED9D-C343-0A59C568594C}"/>
              </a:ext>
            </a:extLst>
          </p:cNvPr>
          <p:cNvSpPr>
            <a:spLocks noGrp="1"/>
          </p:cNvSpPr>
          <p:nvPr>
            <p:ph type="body" idx="1"/>
          </p:nvPr>
        </p:nvSpPr>
        <p:spPr>
          <a:xfrm>
            <a:off x="876653" y="3151293"/>
            <a:ext cx="3158826" cy="2131142"/>
          </a:xfrm>
        </p:spPr>
        <p:txBody>
          <a:bodyPr/>
          <a:lstStyle/>
          <a:p>
            <a:pPr marL="177800" indent="0" algn="ctr">
              <a:buNone/>
            </a:pPr>
            <a:r>
              <a:rPr lang="en-US" sz="2000" b="1" dirty="0"/>
              <a:t>86 of 101 </a:t>
            </a:r>
            <a:r>
              <a:rPr lang="en-US" sz="2000" dirty="0"/>
              <a:t>papers </a:t>
            </a:r>
            <a:br>
              <a:rPr lang="en-US" sz="2000" dirty="0"/>
            </a:br>
            <a:r>
              <a:rPr lang="en-US" sz="2000" dirty="0"/>
              <a:t>focus on translation between sign language and spoken languages</a:t>
            </a:r>
          </a:p>
          <a:p>
            <a:pPr marL="177800" indent="0" algn="ctr">
              <a:buNone/>
            </a:pPr>
            <a:endParaRPr lang="en-US" sz="2000" dirty="0"/>
          </a:p>
        </p:txBody>
      </p:sp>
      <p:pic>
        <p:nvPicPr>
          <p:cNvPr id="4" name="Graphic 3" descr="Books outline">
            <a:extLst>
              <a:ext uri="{FF2B5EF4-FFF2-40B4-BE49-F238E27FC236}">
                <a16:creationId xmlns:a16="http://schemas.microsoft.com/office/drawing/2014/main" id="{BC3EBE1A-859B-C8D5-96FB-AE1593B845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1631" y="1519461"/>
            <a:ext cx="1568871" cy="1568871"/>
          </a:xfrm>
          <a:prstGeom prst="rect">
            <a:avLst/>
          </a:prstGeom>
        </p:spPr>
      </p:pic>
    </p:spTree>
    <p:extLst>
      <p:ext uri="{BB962C8B-B14F-4D97-AF65-F5344CB8AC3E}">
        <p14:creationId xmlns:p14="http://schemas.microsoft.com/office/powerpoint/2010/main" val="2465664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30F23-D321-7BE6-8501-6EB20D771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96DE6-1E47-2653-447F-99AC126045D6}"/>
              </a:ext>
            </a:extLst>
          </p:cNvPr>
          <p:cNvSpPr>
            <a:spLocks noGrp="1"/>
          </p:cNvSpPr>
          <p:nvPr>
            <p:ph type="title"/>
          </p:nvPr>
        </p:nvSpPr>
        <p:spPr>
          <a:xfrm>
            <a:off x="720000" y="312289"/>
            <a:ext cx="7704000" cy="572700"/>
          </a:xfrm>
        </p:spPr>
        <p:txBody>
          <a:bodyPr/>
          <a:lstStyle/>
          <a:p>
            <a:pPr algn="ctr"/>
            <a:r>
              <a:rPr lang="en-US" dirty="0"/>
              <a:t>Most paper motivate as </a:t>
            </a:r>
            <a:br>
              <a:rPr lang="en-US" dirty="0"/>
            </a:br>
            <a:r>
              <a:rPr lang="en-US" dirty="0"/>
              <a:t>solving accessibility barriers</a:t>
            </a:r>
          </a:p>
        </p:txBody>
      </p:sp>
      <p:sp>
        <p:nvSpPr>
          <p:cNvPr id="6" name="Text Placeholder 5">
            <a:extLst>
              <a:ext uri="{FF2B5EF4-FFF2-40B4-BE49-F238E27FC236}">
                <a16:creationId xmlns:a16="http://schemas.microsoft.com/office/drawing/2014/main" id="{893B86DA-A617-94AC-0BD5-5D699D4C5B85}"/>
              </a:ext>
            </a:extLst>
          </p:cNvPr>
          <p:cNvSpPr>
            <a:spLocks noGrp="1"/>
          </p:cNvSpPr>
          <p:nvPr>
            <p:ph type="body" idx="1"/>
          </p:nvPr>
        </p:nvSpPr>
        <p:spPr>
          <a:xfrm>
            <a:off x="876653" y="3151293"/>
            <a:ext cx="3158826" cy="2131142"/>
          </a:xfrm>
        </p:spPr>
        <p:txBody>
          <a:bodyPr/>
          <a:lstStyle/>
          <a:p>
            <a:pPr marL="177800" indent="0" algn="ctr">
              <a:buNone/>
            </a:pPr>
            <a:r>
              <a:rPr lang="en-US" sz="2000" b="1" dirty="0"/>
              <a:t>86 of 101 </a:t>
            </a:r>
            <a:r>
              <a:rPr lang="en-US" sz="2000" dirty="0"/>
              <a:t>papers </a:t>
            </a:r>
            <a:br>
              <a:rPr lang="en-US" sz="2000" dirty="0"/>
            </a:br>
            <a:r>
              <a:rPr lang="en-US" sz="2000" dirty="0"/>
              <a:t>focus on translation between sign language and spoken languages</a:t>
            </a:r>
          </a:p>
          <a:p>
            <a:pPr marL="177800" indent="0" algn="ctr">
              <a:buNone/>
            </a:pPr>
            <a:endParaRPr lang="en-US" sz="2000" dirty="0"/>
          </a:p>
        </p:txBody>
      </p:sp>
      <p:pic>
        <p:nvPicPr>
          <p:cNvPr id="4" name="Graphic 3" descr="Books outline">
            <a:extLst>
              <a:ext uri="{FF2B5EF4-FFF2-40B4-BE49-F238E27FC236}">
                <a16:creationId xmlns:a16="http://schemas.microsoft.com/office/drawing/2014/main" id="{DE1F4C1F-AD16-7091-5182-5C3F48238E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1631" y="1519461"/>
            <a:ext cx="1568871" cy="1568871"/>
          </a:xfrm>
          <a:prstGeom prst="rect">
            <a:avLst/>
          </a:prstGeom>
        </p:spPr>
      </p:pic>
      <p:sp>
        <p:nvSpPr>
          <p:cNvPr id="5" name="Text Placeholder 5">
            <a:extLst>
              <a:ext uri="{FF2B5EF4-FFF2-40B4-BE49-F238E27FC236}">
                <a16:creationId xmlns:a16="http://schemas.microsoft.com/office/drawing/2014/main" id="{8112A22F-99FC-7FB4-AD53-F3C950888089}"/>
              </a:ext>
            </a:extLst>
          </p:cNvPr>
          <p:cNvSpPr txBox="1">
            <a:spLocks/>
          </p:cNvSpPr>
          <p:nvPr/>
        </p:nvSpPr>
        <p:spPr>
          <a:xfrm>
            <a:off x="4926251" y="3151293"/>
            <a:ext cx="3254146" cy="2131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2000" b="1" dirty="0"/>
              <a:t>64 of 101 </a:t>
            </a:r>
            <a:r>
              <a:rPr lang="en-US" sz="2000" dirty="0"/>
              <a:t>motivate as addressing barriers between deaf individuals and hearing society</a:t>
            </a:r>
          </a:p>
        </p:txBody>
      </p:sp>
      <p:pic>
        <p:nvPicPr>
          <p:cNvPr id="8" name="Graphic 7" descr="Chat outline">
            <a:extLst>
              <a:ext uri="{FF2B5EF4-FFF2-40B4-BE49-F238E27FC236}">
                <a16:creationId xmlns:a16="http://schemas.microsoft.com/office/drawing/2014/main" id="{83A1DF88-2744-0E77-6F44-9EDFA78E61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3366" y="1531378"/>
            <a:ext cx="1619915" cy="1619915"/>
          </a:xfrm>
          <a:prstGeom prst="rect">
            <a:avLst/>
          </a:prstGeom>
        </p:spPr>
      </p:pic>
    </p:spTree>
    <p:extLst>
      <p:ext uri="{BB962C8B-B14F-4D97-AF65-F5344CB8AC3E}">
        <p14:creationId xmlns:p14="http://schemas.microsoft.com/office/powerpoint/2010/main" val="126076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FC8E8-A93A-1783-FCFA-542194700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4C17F-BAB8-D042-06AE-E60A20813EA9}"/>
              </a:ext>
            </a:extLst>
          </p:cNvPr>
          <p:cNvSpPr>
            <a:spLocks noGrp="1"/>
          </p:cNvSpPr>
          <p:nvPr>
            <p:ph type="title"/>
          </p:nvPr>
        </p:nvSpPr>
        <p:spPr>
          <a:xfrm>
            <a:off x="720000" y="312289"/>
            <a:ext cx="7704000" cy="572700"/>
          </a:xfrm>
        </p:spPr>
        <p:txBody>
          <a:bodyPr/>
          <a:lstStyle/>
          <a:p>
            <a:pPr algn="ctr"/>
            <a:r>
              <a:rPr lang="en-US" dirty="0"/>
              <a:t>Most paper motivate as </a:t>
            </a:r>
            <a:br>
              <a:rPr lang="en-US" dirty="0"/>
            </a:br>
            <a:r>
              <a:rPr lang="en-US" dirty="0"/>
              <a:t>solving accessibility barriers</a:t>
            </a:r>
          </a:p>
        </p:txBody>
      </p:sp>
      <p:sp>
        <p:nvSpPr>
          <p:cNvPr id="5" name="Text Placeholder 5">
            <a:extLst>
              <a:ext uri="{FF2B5EF4-FFF2-40B4-BE49-F238E27FC236}">
                <a16:creationId xmlns:a16="http://schemas.microsoft.com/office/drawing/2014/main" id="{7A8FF75A-9A69-C51B-3CF7-EBABA089CF4D}"/>
              </a:ext>
            </a:extLst>
          </p:cNvPr>
          <p:cNvSpPr txBox="1">
            <a:spLocks/>
          </p:cNvSpPr>
          <p:nvPr/>
        </p:nvSpPr>
        <p:spPr>
          <a:xfrm>
            <a:off x="4926251" y="3151293"/>
            <a:ext cx="3254146" cy="2131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2000" b="1" dirty="0"/>
              <a:t>64 of 101 </a:t>
            </a:r>
            <a:r>
              <a:rPr lang="en-US" sz="2000" dirty="0"/>
              <a:t>motivate as addressing barriers between deaf individuals and hearing society</a:t>
            </a:r>
          </a:p>
        </p:txBody>
      </p:sp>
      <p:pic>
        <p:nvPicPr>
          <p:cNvPr id="8" name="Graphic 7" descr="Chat outline">
            <a:extLst>
              <a:ext uri="{FF2B5EF4-FFF2-40B4-BE49-F238E27FC236}">
                <a16:creationId xmlns:a16="http://schemas.microsoft.com/office/drawing/2014/main" id="{C48F9153-64FE-92C3-E0B2-DEBDE38854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3366" y="1531378"/>
            <a:ext cx="1619915" cy="1619915"/>
          </a:xfrm>
          <a:prstGeom prst="rect">
            <a:avLst/>
          </a:prstGeom>
        </p:spPr>
      </p:pic>
      <p:pic>
        <p:nvPicPr>
          <p:cNvPr id="9" name="Picture 8" descr="The image depicts a community dealing with hearing loss, emphasizing their feelings of isolation and loneliness due to communication barriers, and suggests using automatic sign language understanding as a solution.&#10;&#10;AI-generated content may be incorrect.">
            <a:extLst>
              <a:ext uri="{FF2B5EF4-FFF2-40B4-BE49-F238E27FC236}">
                <a16:creationId xmlns:a16="http://schemas.microsoft.com/office/drawing/2014/main" id="{D1C1F2F9-3FD3-AC63-58E9-DD898161E5F9}"/>
              </a:ext>
            </a:extLst>
          </p:cNvPr>
          <p:cNvPicPr>
            <a:picLocks noChangeAspect="1"/>
          </p:cNvPicPr>
          <p:nvPr/>
        </p:nvPicPr>
        <p:blipFill rotWithShape="1">
          <a:blip r:embed="rId4"/>
          <a:srcRect t="4831"/>
          <a:stretch/>
        </p:blipFill>
        <p:spPr>
          <a:xfrm>
            <a:off x="433947" y="1824083"/>
            <a:ext cx="4791995" cy="1034506"/>
          </a:xfrm>
          <a:prstGeom prst="rect">
            <a:avLst/>
          </a:prstGeom>
        </p:spPr>
      </p:pic>
    </p:spTree>
    <p:extLst>
      <p:ext uri="{BB962C8B-B14F-4D97-AF65-F5344CB8AC3E}">
        <p14:creationId xmlns:p14="http://schemas.microsoft.com/office/powerpoint/2010/main" val="2990500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95D28-3C66-962D-44AB-2E561A680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C1761-90EF-5EA1-7680-4F21FA0D7903}"/>
              </a:ext>
            </a:extLst>
          </p:cNvPr>
          <p:cNvSpPr>
            <a:spLocks noGrp="1"/>
          </p:cNvSpPr>
          <p:nvPr>
            <p:ph type="title"/>
          </p:nvPr>
        </p:nvSpPr>
        <p:spPr/>
        <p:txBody>
          <a:bodyPr/>
          <a:lstStyle/>
          <a:p>
            <a:pPr algn="ctr"/>
            <a:r>
              <a:rPr lang="en-US" dirty="0"/>
              <a:t>Sign languages lack legal recognition</a:t>
            </a:r>
          </a:p>
        </p:txBody>
      </p:sp>
      <p:pic>
        <p:nvPicPr>
          <p:cNvPr id="4" name="Picture 3" descr="The diagram depicts a world map highlighting 82 countries where sign languages are officially recognized, and 111 countries where they are not, under the World Federation of the Deaf.&#10;&#10;AI-generated content may be incorrect.">
            <a:extLst>
              <a:ext uri="{FF2B5EF4-FFF2-40B4-BE49-F238E27FC236}">
                <a16:creationId xmlns:a16="http://schemas.microsoft.com/office/drawing/2014/main" id="{ED88FD48-CE17-2774-71F8-3E26F52D7AC3}"/>
              </a:ext>
            </a:extLst>
          </p:cNvPr>
          <p:cNvPicPr>
            <a:picLocks noChangeAspect="1"/>
          </p:cNvPicPr>
          <p:nvPr/>
        </p:nvPicPr>
        <p:blipFill>
          <a:blip r:embed="rId3"/>
          <a:stretch>
            <a:fillRect/>
          </a:stretch>
        </p:blipFill>
        <p:spPr>
          <a:xfrm>
            <a:off x="3592439" y="1316371"/>
            <a:ext cx="5116484" cy="2960662"/>
          </a:xfrm>
          <a:prstGeom prst="rect">
            <a:avLst/>
          </a:prstGeom>
        </p:spPr>
      </p:pic>
      <p:pic>
        <p:nvPicPr>
          <p:cNvPr id="7" name="Picture 6" descr="The image shows a world map with statistics and a list of countries, highlighting those that have officially recognized sign languages.&#10;&#10;AI-generated content may be incorrect.">
            <a:extLst>
              <a:ext uri="{FF2B5EF4-FFF2-40B4-BE49-F238E27FC236}">
                <a16:creationId xmlns:a16="http://schemas.microsoft.com/office/drawing/2014/main" id="{DBB33C4B-5463-3450-9233-C7303CEBC2CD}"/>
              </a:ext>
            </a:extLst>
          </p:cNvPr>
          <p:cNvPicPr>
            <a:picLocks noChangeAspect="1"/>
          </p:cNvPicPr>
          <p:nvPr/>
        </p:nvPicPr>
        <p:blipFill>
          <a:blip r:embed="rId4"/>
          <a:srcRect l="51616" r="23253" b="84407"/>
          <a:stretch>
            <a:fillRect/>
          </a:stretch>
        </p:blipFill>
        <p:spPr>
          <a:xfrm>
            <a:off x="435077" y="1316371"/>
            <a:ext cx="2949541" cy="1028622"/>
          </a:xfrm>
          <a:prstGeom prst="rect">
            <a:avLst/>
          </a:prstGeom>
        </p:spPr>
      </p:pic>
      <p:sp>
        <p:nvSpPr>
          <p:cNvPr id="8" name="Text Placeholder 5">
            <a:extLst>
              <a:ext uri="{FF2B5EF4-FFF2-40B4-BE49-F238E27FC236}">
                <a16:creationId xmlns:a16="http://schemas.microsoft.com/office/drawing/2014/main" id="{591ECFF3-7E9B-458D-C124-BB6C6DF150AA}"/>
              </a:ext>
            </a:extLst>
          </p:cNvPr>
          <p:cNvSpPr>
            <a:spLocks noGrp="1"/>
          </p:cNvSpPr>
          <p:nvPr>
            <p:ph type="body" idx="1"/>
          </p:nvPr>
        </p:nvSpPr>
        <p:spPr>
          <a:xfrm>
            <a:off x="668564" y="2643639"/>
            <a:ext cx="2273923" cy="1762433"/>
          </a:xfrm>
        </p:spPr>
        <p:txBody>
          <a:bodyPr/>
          <a:lstStyle/>
          <a:p>
            <a:pPr marL="177800" indent="0" algn="ctr">
              <a:buNone/>
            </a:pPr>
            <a:r>
              <a:rPr lang="en-US" b="1" dirty="0"/>
              <a:t>Source: </a:t>
            </a:r>
            <a:br>
              <a:rPr lang="en-US" dirty="0"/>
            </a:br>
            <a:r>
              <a:rPr lang="en-US" dirty="0"/>
              <a:t>World Federation </a:t>
            </a:r>
            <a:br>
              <a:rPr lang="en-US" dirty="0"/>
            </a:br>
            <a:r>
              <a:rPr lang="en-US" dirty="0"/>
              <a:t>of the Deaf</a:t>
            </a:r>
          </a:p>
        </p:txBody>
      </p:sp>
    </p:spTree>
    <p:extLst>
      <p:ext uri="{BB962C8B-B14F-4D97-AF65-F5344CB8AC3E}">
        <p14:creationId xmlns:p14="http://schemas.microsoft.com/office/powerpoint/2010/main" val="1937503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22BCF-1BEC-06CF-3DFB-D13C231AF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6EEB0-5467-71B2-1244-32CE889D8BCF}"/>
              </a:ext>
            </a:extLst>
          </p:cNvPr>
          <p:cNvSpPr>
            <a:spLocks noGrp="1"/>
          </p:cNvSpPr>
          <p:nvPr>
            <p:ph type="title"/>
          </p:nvPr>
        </p:nvSpPr>
        <p:spPr>
          <a:xfrm>
            <a:off x="720000" y="323840"/>
            <a:ext cx="7704000" cy="572700"/>
          </a:xfrm>
        </p:spPr>
        <p:txBody>
          <a:bodyPr/>
          <a:lstStyle/>
          <a:p>
            <a:pPr algn="ctr"/>
            <a:r>
              <a:rPr lang="en-US" dirty="0"/>
              <a:t>Deaf children lack access to sign languages, </a:t>
            </a:r>
            <a:br>
              <a:rPr lang="en-US" dirty="0"/>
            </a:br>
            <a:r>
              <a:rPr lang="en-US" dirty="0"/>
              <a:t>often for ideological reasons</a:t>
            </a:r>
          </a:p>
        </p:txBody>
      </p:sp>
      <p:pic>
        <p:nvPicPr>
          <p:cNvPr id="4" name="Graphic 3" descr="Sign language outline">
            <a:extLst>
              <a:ext uri="{FF2B5EF4-FFF2-40B4-BE49-F238E27FC236}">
                <a16:creationId xmlns:a16="http://schemas.microsoft.com/office/drawing/2014/main" id="{F35500DF-15E6-A2C0-838C-5EF5D3A238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8144" y="1394954"/>
            <a:ext cx="1568583" cy="1568583"/>
          </a:xfrm>
          <a:prstGeom prst="rect">
            <a:avLst/>
          </a:prstGeom>
        </p:spPr>
      </p:pic>
      <p:sp>
        <p:nvSpPr>
          <p:cNvPr id="7" name="Text Placeholder 5">
            <a:extLst>
              <a:ext uri="{FF2B5EF4-FFF2-40B4-BE49-F238E27FC236}">
                <a16:creationId xmlns:a16="http://schemas.microsoft.com/office/drawing/2014/main" id="{FC14BF6F-3CB4-8F84-3F00-919B1A80F31A}"/>
              </a:ext>
            </a:extLst>
          </p:cNvPr>
          <p:cNvSpPr txBox="1">
            <a:spLocks/>
          </p:cNvSpPr>
          <p:nvPr/>
        </p:nvSpPr>
        <p:spPr>
          <a:xfrm>
            <a:off x="720000" y="2881381"/>
            <a:ext cx="3644872" cy="2131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2000" b="1" dirty="0"/>
              <a:t>Less than 2% </a:t>
            </a:r>
            <a:r>
              <a:rPr lang="en-US" sz="2000" dirty="0"/>
              <a:t>of the </a:t>
            </a:r>
            <a:br>
              <a:rPr lang="en-US" sz="2000" dirty="0"/>
            </a:br>
            <a:r>
              <a:rPr lang="en-US" sz="2000" dirty="0"/>
              <a:t>34 million deaf children worldwide receive childhood exposure to sign language</a:t>
            </a:r>
          </a:p>
        </p:txBody>
      </p:sp>
      <p:sp>
        <p:nvSpPr>
          <p:cNvPr id="9" name="Google Shape;290;p33">
            <a:extLst>
              <a:ext uri="{FF2B5EF4-FFF2-40B4-BE49-F238E27FC236}">
                <a16:creationId xmlns:a16="http://schemas.microsoft.com/office/drawing/2014/main" id="{9D8CD9E8-5595-11DF-62AE-D2FD4EBC7691}"/>
              </a:ext>
            </a:extLst>
          </p:cNvPr>
          <p:cNvSpPr txBox="1">
            <a:spLocks/>
          </p:cNvSpPr>
          <p:nvPr/>
        </p:nvSpPr>
        <p:spPr>
          <a:xfrm>
            <a:off x="1018637" y="4378354"/>
            <a:ext cx="325259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(Murray, Hall and Snoddon 2019)</a:t>
            </a:r>
          </a:p>
        </p:txBody>
      </p:sp>
      <p:sp>
        <p:nvSpPr>
          <p:cNvPr id="11" name="Text Placeholder 5">
            <a:extLst>
              <a:ext uri="{FF2B5EF4-FFF2-40B4-BE49-F238E27FC236}">
                <a16:creationId xmlns:a16="http://schemas.microsoft.com/office/drawing/2014/main" id="{AE316E63-C946-910D-E399-0140091926FD}"/>
              </a:ext>
            </a:extLst>
          </p:cNvPr>
          <p:cNvSpPr txBox="1">
            <a:spLocks/>
          </p:cNvSpPr>
          <p:nvPr/>
        </p:nvSpPr>
        <p:spPr>
          <a:xfrm>
            <a:off x="4488786" y="2881381"/>
            <a:ext cx="3973771" cy="2131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2000" dirty="0"/>
              <a:t>Medical professionals recommend deaf children not be exposed to sign language, despite evidence</a:t>
            </a:r>
          </a:p>
        </p:txBody>
      </p:sp>
      <p:sp>
        <p:nvSpPr>
          <p:cNvPr id="13" name="Google Shape;290;p33">
            <a:extLst>
              <a:ext uri="{FF2B5EF4-FFF2-40B4-BE49-F238E27FC236}">
                <a16:creationId xmlns:a16="http://schemas.microsoft.com/office/drawing/2014/main" id="{B6D19735-0AA2-505A-559B-53B863DDACC5}"/>
              </a:ext>
            </a:extLst>
          </p:cNvPr>
          <p:cNvSpPr txBox="1">
            <a:spLocks/>
          </p:cNvSpPr>
          <p:nvPr/>
        </p:nvSpPr>
        <p:spPr>
          <a:xfrm>
            <a:off x="4895499" y="4377503"/>
            <a:ext cx="325259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(Humphries </a:t>
            </a:r>
            <a:r>
              <a:rPr lang="nn-NO" i="1" dirty="0"/>
              <a:t>et al</a:t>
            </a:r>
            <a:r>
              <a:rPr lang="nn-NO" dirty="0"/>
              <a:t>. 2025)</a:t>
            </a:r>
          </a:p>
        </p:txBody>
      </p:sp>
      <p:pic>
        <p:nvPicPr>
          <p:cNvPr id="15" name="Graphic 14" descr="Medical outline">
            <a:extLst>
              <a:ext uri="{FF2B5EF4-FFF2-40B4-BE49-F238E27FC236}">
                <a16:creationId xmlns:a16="http://schemas.microsoft.com/office/drawing/2014/main" id="{BFD97BB9-EC40-05A8-E16D-BAD05CCDDF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78672" y="1482244"/>
            <a:ext cx="1394001" cy="1394001"/>
          </a:xfrm>
          <a:prstGeom prst="rect">
            <a:avLst/>
          </a:prstGeom>
        </p:spPr>
      </p:pic>
    </p:spTree>
    <p:extLst>
      <p:ext uri="{BB962C8B-B14F-4D97-AF65-F5344CB8AC3E}">
        <p14:creationId xmlns:p14="http://schemas.microsoft.com/office/powerpoint/2010/main" val="115508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6CC1B-C2DE-B448-7317-AA6A3293C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860D3-3089-DAA4-F4CE-6E1AC7133E8F}"/>
              </a:ext>
            </a:extLst>
          </p:cNvPr>
          <p:cNvSpPr>
            <a:spLocks noGrp="1"/>
          </p:cNvSpPr>
          <p:nvPr>
            <p:ph type="title"/>
          </p:nvPr>
        </p:nvSpPr>
        <p:spPr>
          <a:xfrm>
            <a:off x="720000" y="389940"/>
            <a:ext cx="7704000" cy="572700"/>
          </a:xfrm>
        </p:spPr>
        <p:txBody>
          <a:bodyPr/>
          <a:lstStyle/>
          <a:p>
            <a:pPr algn="ctr"/>
            <a:r>
              <a:rPr lang="en-US" dirty="0"/>
              <a:t>The lack of recognition of sign languages </a:t>
            </a:r>
            <a:br>
              <a:rPr lang="en-US" dirty="0"/>
            </a:br>
            <a:r>
              <a:rPr lang="en-US" dirty="0"/>
              <a:t>stems from their historic suppression</a:t>
            </a:r>
          </a:p>
        </p:txBody>
      </p:sp>
      <p:pic>
        <p:nvPicPr>
          <p:cNvPr id="3" name="Picture 2" descr="1880: the Milan Conference">
            <a:extLst>
              <a:ext uri="{FF2B5EF4-FFF2-40B4-BE49-F238E27FC236}">
                <a16:creationId xmlns:a16="http://schemas.microsoft.com/office/drawing/2014/main" id="{0438E4B1-733D-2E9A-9101-856656561715}"/>
              </a:ext>
            </a:extLst>
          </p:cNvPr>
          <p:cNvPicPr>
            <a:picLocks noChangeAspect="1"/>
          </p:cNvPicPr>
          <p:nvPr/>
        </p:nvPicPr>
        <p:blipFill>
          <a:blip r:embed="rId3"/>
          <a:stretch>
            <a:fillRect/>
          </a:stretch>
        </p:blipFill>
        <p:spPr>
          <a:xfrm>
            <a:off x="1138219" y="1591936"/>
            <a:ext cx="2568957" cy="3162671"/>
          </a:xfrm>
          <a:prstGeom prst="rect">
            <a:avLst/>
          </a:prstGeom>
        </p:spPr>
      </p:pic>
      <p:sp>
        <p:nvSpPr>
          <p:cNvPr id="5" name="Text Placeholder 5">
            <a:extLst>
              <a:ext uri="{FF2B5EF4-FFF2-40B4-BE49-F238E27FC236}">
                <a16:creationId xmlns:a16="http://schemas.microsoft.com/office/drawing/2014/main" id="{4105BAA1-A024-0FE9-6F59-74051CC7934B}"/>
              </a:ext>
            </a:extLst>
          </p:cNvPr>
          <p:cNvSpPr txBox="1">
            <a:spLocks/>
          </p:cNvSpPr>
          <p:nvPr/>
        </p:nvSpPr>
        <p:spPr>
          <a:xfrm>
            <a:off x="3997515" y="1591936"/>
            <a:ext cx="4314709" cy="12944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2000" b="1" dirty="0"/>
              <a:t>Milan Conference of 1880</a:t>
            </a:r>
            <a:br>
              <a:rPr lang="en-US" sz="2000" dirty="0"/>
            </a:br>
            <a:endParaRPr lang="en-US" sz="2000" dirty="0"/>
          </a:p>
        </p:txBody>
      </p:sp>
      <p:sp>
        <p:nvSpPr>
          <p:cNvPr id="8" name="TextBox 7">
            <a:extLst>
              <a:ext uri="{FF2B5EF4-FFF2-40B4-BE49-F238E27FC236}">
                <a16:creationId xmlns:a16="http://schemas.microsoft.com/office/drawing/2014/main" id="{80F81AC3-1E75-5CA2-745A-0C9A86142F55}"/>
              </a:ext>
            </a:extLst>
          </p:cNvPr>
          <p:cNvSpPr txBox="1"/>
          <p:nvPr/>
        </p:nvSpPr>
        <p:spPr>
          <a:xfrm>
            <a:off x="4363250" y="2049179"/>
            <a:ext cx="3767197" cy="1200329"/>
          </a:xfrm>
          <a:prstGeom prst="rect">
            <a:avLst/>
          </a:prstGeom>
          <a:noFill/>
        </p:spPr>
        <p:txBody>
          <a:bodyPr wrap="square">
            <a:spAutoFit/>
          </a:bodyPr>
          <a:lstStyle/>
          <a:p>
            <a:pPr algn="ctr"/>
            <a:r>
              <a:rPr lang="en-US" sz="1800" b="0" i="0" dirty="0">
                <a:solidFill>
                  <a:srgbClr val="0070C0"/>
                </a:solidFill>
                <a:effectLst/>
                <a:latin typeface="Lato" panose="020F0502020204030203" pitchFamily="34" charset="0"/>
              </a:rPr>
              <a:t>…The Convention, considering the incontestable superiority of articulation over signs in restoring the deaf-mute to society</a:t>
            </a:r>
            <a:endParaRPr lang="en-US" sz="1800" dirty="0">
              <a:solidFill>
                <a:srgbClr val="0070C0"/>
              </a:solidFill>
            </a:endParaRPr>
          </a:p>
        </p:txBody>
      </p:sp>
      <p:sp>
        <p:nvSpPr>
          <p:cNvPr id="9" name="Text Placeholder 5">
            <a:extLst>
              <a:ext uri="{FF2B5EF4-FFF2-40B4-BE49-F238E27FC236}">
                <a16:creationId xmlns:a16="http://schemas.microsoft.com/office/drawing/2014/main" id="{0DE3E10A-8B3A-0C6E-C687-B87809515A19}"/>
              </a:ext>
            </a:extLst>
          </p:cNvPr>
          <p:cNvSpPr txBox="1">
            <a:spLocks/>
          </p:cNvSpPr>
          <p:nvPr/>
        </p:nvSpPr>
        <p:spPr>
          <a:xfrm>
            <a:off x="3993893" y="3515715"/>
            <a:ext cx="4505909" cy="2131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1800" dirty="0"/>
              <a:t>Resulted in ban in sign language in schools in Europe and North America</a:t>
            </a:r>
          </a:p>
        </p:txBody>
      </p:sp>
    </p:spTree>
    <p:extLst>
      <p:ext uri="{BB962C8B-B14F-4D97-AF65-F5344CB8AC3E}">
        <p14:creationId xmlns:p14="http://schemas.microsoft.com/office/powerpoint/2010/main" val="248830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F0A9-E3A2-8853-009B-FF7E05F88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7B6C23-846F-C437-2B62-BDC88CFDB810}"/>
              </a:ext>
            </a:extLst>
          </p:cNvPr>
          <p:cNvSpPr>
            <a:spLocks noGrp="1"/>
          </p:cNvSpPr>
          <p:nvPr>
            <p:ph type="title"/>
          </p:nvPr>
        </p:nvSpPr>
        <p:spPr/>
        <p:txBody>
          <a:bodyPr/>
          <a:lstStyle/>
          <a:p>
            <a:pPr algn="ctr"/>
            <a:r>
              <a:rPr lang="en-US" dirty="0"/>
              <a:t>Sign language linguistics research has only </a:t>
            </a:r>
            <a:br>
              <a:rPr lang="en-US" dirty="0"/>
            </a:br>
            <a:r>
              <a:rPr lang="en-US" dirty="0"/>
              <a:t>recently been legitimized for study</a:t>
            </a:r>
          </a:p>
        </p:txBody>
      </p:sp>
      <p:pic>
        <p:nvPicPr>
          <p:cNvPr id="4" name="Picture 3" descr="The image contains a passage discussing the characteristics and limitations of ideographic languages used by the deaf, emphasizing their lack of precision and flexibility compared to verbal languages.&#10;&#10;AI-generated content may be incorrect.">
            <a:extLst>
              <a:ext uri="{FF2B5EF4-FFF2-40B4-BE49-F238E27FC236}">
                <a16:creationId xmlns:a16="http://schemas.microsoft.com/office/drawing/2014/main" id="{338E8361-C5CA-DB4D-2F64-D69807774081}"/>
              </a:ext>
            </a:extLst>
          </p:cNvPr>
          <p:cNvPicPr>
            <a:picLocks noChangeAspect="1"/>
          </p:cNvPicPr>
          <p:nvPr/>
        </p:nvPicPr>
        <p:blipFill>
          <a:blip r:embed="rId3"/>
          <a:stretch>
            <a:fillRect/>
          </a:stretch>
        </p:blipFill>
        <p:spPr>
          <a:xfrm>
            <a:off x="2165079" y="1707057"/>
            <a:ext cx="4813837" cy="1510094"/>
          </a:xfrm>
          <a:prstGeom prst="rect">
            <a:avLst/>
          </a:prstGeom>
        </p:spPr>
      </p:pic>
      <p:sp>
        <p:nvSpPr>
          <p:cNvPr id="5" name="Text Placeholder 5">
            <a:extLst>
              <a:ext uri="{FF2B5EF4-FFF2-40B4-BE49-F238E27FC236}">
                <a16:creationId xmlns:a16="http://schemas.microsoft.com/office/drawing/2014/main" id="{012BC922-B0BA-77D4-4062-F29018688AEE}"/>
              </a:ext>
            </a:extLst>
          </p:cNvPr>
          <p:cNvSpPr txBox="1">
            <a:spLocks/>
          </p:cNvSpPr>
          <p:nvPr/>
        </p:nvSpPr>
        <p:spPr>
          <a:xfrm>
            <a:off x="1327670" y="3831207"/>
            <a:ext cx="6488656" cy="21311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177800" indent="0" algn="ctr">
              <a:buNone/>
            </a:pPr>
            <a:r>
              <a:rPr lang="en-US" sz="1800" dirty="0">
                <a:solidFill>
                  <a:srgbClr val="0070C0"/>
                </a:solidFill>
              </a:rPr>
              <a:t>These attitudes only began to shift past 1960, when</a:t>
            </a:r>
            <a:br>
              <a:rPr lang="en-US" sz="1800" dirty="0">
                <a:solidFill>
                  <a:srgbClr val="0070C0"/>
                </a:solidFill>
              </a:rPr>
            </a:br>
            <a:r>
              <a:rPr lang="en-US" sz="1800" dirty="0">
                <a:solidFill>
                  <a:srgbClr val="0070C0"/>
                </a:solidFill>
              </a:rPr>
              <a:t>William C. Stokoe documented ASL has phonetic structure  </a:t>
            </a:r>
          </a:p>
        </p:txBody>
      </p:sp>
      <p:sp>
        <p:nvSpPr>
          <p:cNvPr id="7" name="Google Shape;290;p33">
            <a:extLst>
              <a:ext uri="{FF2B5EF4-FFF2-40B4-BE49-F238E27FC236}">
                <a16:creationId xmlns:a16="http://schemas.microsoft.com/office/drawing/2014/main" id="{AC403D08-8814-C1BF-F3C6-000E2EA05B66}"/>
              </a:ext>
            </a:extLst>
          </p:cNvPr>
          <p:cNvSpPr txBox="1">
            <a:spLocks/>
          </p:cNvSpPr>
          <p:nvPr/>
        </p:nvSpPr>
        <p:spPr>
          <a:xfrm>
            <a:off x="2945702" y="3217151"/>
            <a:ext cx="325259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(From Armstrong and Karchmer 2009)</a:t>
            </a:r>
          </a:p>
        </p:txBody>
      </p:sp>
      <p:sp>
        <p:nvSpPr>
          <p:cNvPr id="8" name="Rectangle 7">
            <a:extLst>
              <a:ext uri="{FF2B5EF4-FFF2-40B4-BE49-F238E27FC236}">
                <a16:creationId xmlns:a16="http://schemas.microsoft.com/office/drawing/2014/main" id="{E202C382-35A4-8604-598F-98F47E4D1A29}"/>
              </a:ext>
            </a:extLst>
          </p:cNvPr>
          <p:cNvSpPr/>
          <p:nvPr/>
        </p:nvSpPr>
        <p:spPr>
          <a:xfrm>
            <a:off x="4401239" y="2153798"/>
            <a:ext cx="2462269" cy="192795"/>
          </a:xfrm>
          <a:prstGeom prst="rect">
            <a:avLst/>
          </a:prstGeom>
          <a:solidFill>
            <a:srgbClr val="FFFF0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108AFA2-FE35-283E-C146-29BC0F47ED96}"/>
              </a:ext>
            </a:extLst>
          </p:cNvPr>
          <p:cNvSpPr/>
          <p:nvPr/>
        </p:nvSpPr>
        <p:spPr>
          <a:xfrm>
            <a:off x="4401239" y="2548110"/>
            <a:ext cx="2462269" cy="192795"/>
          </a:xfrm>
          <a:prstGeom prst="rect">
            <a:avLst/>
          </a:prstGeom>
          <a:solidFill>
            <a:srgbClr val="FFFF0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52636FB-0950-5FB4-66C0-FA17CA8E1E26}"/>
              </a:ext>
            </a:extLst>
          </p:cNvPr>
          <p:cNvSpPr/>
          <p:nvPr/>
        </p:nvSpPr>
        <p:spPr>
          <a:xfrm>
            <a:off x="2234588" y="2726441"/>
            <a:ext cx="3350964" cy="192795"/>
          </a:xfrm>
          <a:prstGeom prst="rect">
            <a:avLst/>
          </a:prstGeom>
          <a:solidFill>
            <a:srgbClr val="FFFF00">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918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3">
          <a:extLst>
            <a:ext uri="{FF2B5EF4-FFF2-40B4-BE49-F238E27FC236}">
              <a16:creationId xmlns:a16="http://schemas.microsoft.com/office/drawing/2014/main" id="{3AEDEC6B-D76F-B5AB-A233-A5B4632398CC}"/>
            </a:ext>
          </a:extLst>
        </p:cNvPr>
        <p:cNvGrpSpPr/>
        <p:nvPr/>
      </p:nvGrpSpPr>
      <p:grpSpPr>
        <a:xfrm>
          <a:off x="0" y="0"/>
          <a:ext cx="0" cy="0"/>
          <a:chOff x="0" y="0"/>
          <a:chExt cx="0" cy="0"/>
        </a:xfrm>
      </p:grpSpPr>
      <p:sp>
        <p:nvSpPr>
          <p:cNvPr id="414" name="Google Shape;414;p43">
            <a:extLst>
              <a:ext uri="{FF2B5EF4-FFF2-40B4-BE49-F238E27FC236}">
                <a16:creationId xmlns:a16="http://schemas.microsoft.com/office/drawing/2014/main" id="{1467B54B-54D5-8A0C-76AF-2CF3EA3A5659}"/>
              </a:ext>
            </a:extLst>
          </p:cNvPr>
          <p:cNvSpPr txBox="1">
            <a:spLocks noGrp="1"/>
          </p:cNvSpPr>
          <p:nvPr>
            <p:ph type="title"/>
          </p:nvPr>
        </p:nvSpPr>
        <p:spPr>
          <a:xfrm>
            <a:off x="1323670" y="1625275"/>
            <a:ext cx="6496660" cy="760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t>Linguistic study of sign language gives Deaf communities evidence to advocate for equal language status.</a:t>
            </a:r>
            <a:endParaRPr sz="2800" dirty="0"/>
          </a:p>
        </p:txBody>
      </p:sp>
    </p:spTree>
    <p:extLst>
      <p:ext uri="{BB962C8B-B14F-4D97-AF65-F5344CB8AC3E}">
        <p14:creationId xmlns:p14="http://schemas.microsoft.com/office/powerpoint/2010/main" val="4066876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A5533-1850-B603-8B48-A2C588242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5D0BA-5FD8-32F2-00FD-BFD53D3900E2}"/>
              </a:ext>
            </a:extLst>
          </p:cNvPr>
          <p:cNvSpPr>
            <a:spLocks noGrp="1"/>
          </p:cNvSpPr>
          <p:nvPr>
            <p:ph type="title"/>
          </p:nvPr>
        </p:nvSpPr>
        <p:spPr>
          <a:xfrm>
            <a:off x="720000" y="370953"/>
            <a:ext cx="7704000" cy="572700"/>
          </a:xfrm>
        </p:spPr>
        <p:txBody>
          <a:bodyPr/>
          <a:lstStyle/>
          <a:p>
            <a:pPr algn="ctr"/>
            <a:r>
              <a:rPr lang="en-US" dirty="0"/>
              <a:t>Studying home-signers reveals </a:t>
            </a:r>
            <a:br>
              <a:rPr lang="en-US" dirty="0"/>
            </a:br>
            <a:r>
              <a:rPr lang="en-US" dirty="0"/>
              <a:t>how languages emerge</a:t>
            </a:r>
          </a:p>
        </p:txBody>
      </p:sp>
      <p:sp>
        <p:nvSpPr>
          <p:cNvPr id="4" name="Oval 3">
            <a:extLst>
              <a:ext uri="{FF2B5EF4-FFF2-40B4-BE49-F238E27FC236}">
                <a16:creationId xmlns:a16="http://schemas.microsoft.com/office/drawing/2014/main" id="{D0A1DCBB-8E07-7E1B-3CFB-CCDF5E29B48E}"/>
              </a:ext>
            </a:extLst>
          </p:cNvPr>
          <p:cNvSpPr/>
          <p:nvPr/>
        </p:nvSpPr>
        <p:spPr>
          <a:xfrm>
            <a:off x="6289934" y="1778473"/>
            <a:ext cx="1704178" cy="1747838"/>
          </a:xfrm>
          <a:prstGeom prst="ellipse">
            <a:avLst/>
          </a:prstGeom>
          <a:blipFill>
            <a:blip r:embed="rId3">
              <a:extLst>
                <a:ext uri="{28A0092B-C50C-407E-A947-70E740481C1C}">
                  <a14:useLocalDpi xmlns:a14="http://schemas.microsoft.com/office/drawing/2010/main" val="0"/>
                </a:ext>
              </a:extLst>
            </a:blip>
            <a:stretch>
              <a:fillRect l="94" r="-94" b="-3896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290;p33">
            <a:extLst>
              <a:ext uri="{FF2B5EF4-FFF2-40B4-BE49-F238E27FC236}">
                <a16:creationId xmlns:a16="http://schemas.microsoft.com/office/drawing/2014/main" id="{4F59AAFC-4418-9A06-FEF7-BDEE275804E0}"/>
              </a:ext>
            </a:extLst>
          </p:cNvPr>
          <p:cNvSpPr txBox="1">
            <a:spLocks/>
          </p:cNvSpPr>
          <p:nvPr/>
        </p:nvSpPr>
        <p:spPr>
          <a:xfrm>
            <a:off x="5843014" y="3619477"/>
            <a:ext cx="2598017"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Annemarie Kocab</a:t>
            </a:r>
            <a:br>
              <a:rPr lang="nn-NO" dirty="0"/>
            </a:br>
            <a:r>
              <a:rPr lang="nn-NO" dirty="0"/>
              <a:t>Assistant Professor</a:t>
            </a:r>
            <a:br>
              <a:rPr lang="nn-NO" dirty="0"/>
            </a:br>
            <a:r>
              <a:rPr lang="nn-NO" dirty="0"/>
              <a:t>John Hopkins University</a:t>
            </a:r>
          </a:p>
        </p:txBody>
      </p:sp>
      <p:pic>
        <p:nvPicPr>
          <p:cNvPr id="8" name="Picture 7" descr="The image shows a young child wearing a striped shirt, sitting on a blue chair, and holding a phone to their ear, while an adult with long hair is standing nearby, both in a room with exposed brick walls.&#10;&#10;AI-generated content may be incorrect.">
            <a:extLst>
              <a:ext uri="{FF2B5EF4-FFF2-40B4-BE49-F238E27FC236}">
                <a16:creationId xmlns:a16="http://schemas.microsoft.com/office/drawing/2014/main" id="{8F58EE23-8C10-2C23-E029-96BEDBCA663A}"/>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1009779" y="1778473"/>
            <a:ext cx="4196402" cy="2554109"/>
          </a:xfrm>
          <a:prstGeom prst="rect">
            <a:avLst/>
          </a:prstGeom>
        </p:spPr>
      </p:pic>
    </p:spTree>
    <p:extLst>
      <p:ext uri="{BB962C8B-B14F-4D97-AF65-F5344CB8AC3E}">
        <p14:creationId xmlns:p14="http://schemas.microsoft.com/office/powerpoint/2010/main" val="1780456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5AC1F-A755-0813-8DE8-CD775F71E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ED534-2EAF-780E-28ED-393EA83FBFA1}"/>
              </a:ext>
            </a:extLst>
          </p:cNvPr>
          <p:cNvSpPr>
            <a:spLocks noGrp="1"/>
          </p:cNvSpPr>
          <p:nvPr>
            <p:ph type="title"/>
          </p:nvPr>
        </p:nvSpPr>
        <p:spPr>
          <a:xfrm>
            <a:off x="720000" y="428500"/>
            <a:ext cx="7704000" cy="572700"/>
          </a:xfrm>
        </p:spPr>
        <p:txBody>
          <a:bodyPr/>
          <a:lstStyle/>
          <a:p>
            <a:pPr algn="ctr"/>
            <a:r>
              <a:rPr lang="en-US" dirty="0"/>
              <a:t>Longitudinal studies measure the </a:t>
            </a:r>
            <a:br>
              <a:rPr lang="en-US" dirty="0"/>
            </a:br>
            <a:r>
              <a:rPr lang="en-US" dirty="0"/>
              <a:t>properties and agreement of signs</a:t>
            </a:r>
          </a:p>
        </p:txBody>
      </p:sp>
      <p:sp>
        <p:nvSpPr>
          <p:cNvPr id="5" name="Google Shape;290;p33">
            <a:extLst>
              <a:ext uri="{FF2B5EF4-FFF2-40B4-BE49-F238E27FC236}">
                <a16:creationId xmlns:a16="http://schemas.microsoft.com/office/drawing/2014/main" id="{D68E8194-3C52-2442-3612-0E252F5F2AFF}"/>
              </a:ext>
            </a:extLst>
          </p:cNvPr>
          <p:cNvSpPr txBox="1">
            <a:spLocks/>
          </p:cNvSpPr>
          <p:nvPr/>
        </p:nvSpPr>
        <p:spPr>
          <a:xfrm>
            <a:off x="1686015" y="1466383"/>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1998</a:t>
            </a:r>
          </a:p>
        </p:txBody>
      </p:sp>
      <p:sp>
        <p:nvSpPr>
          <p:cNvPr id="11" name="Google Shape;290;p33">
            <a:extLst>
              <a:ext uri="{FF2B5EF4-FFF2-40B4-BE49-F238E27FC236}">
                <a16:creationId xmlns:a16="http://schemas.microsoft.com/office/drawing/2014/main" id="{A119B8AB-52CA-9C1A-B335-63CDA04F47BE}"/>
              </a:ext>
            </a:extLst>
          </p:cNvPr>
          <p:cNvSpPr txBox="1">
            <a:spLocks/>
          </p:cNvSpPr>
          <p:nvPr/>
        </p:nvSpPr>
        <p:spPr>
          <a:xfrm>
            <a:off x="2853840" y="1466383"/>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2002</a:t>
            </a:r>
          </a:p>
        </p:txBody>
      </p:sp>
      <p:sp>
        <p:nvSpPr>
          <p:cNvPr id="14" name="Google Shape;290;p33">
            <a:extLst>
              <a:ext uri="{FF2B5EF4-FFF2-40B4-BE49-F238E27FC236}">
                <a16:creationId xmlns:a16="http://schemas.microsoft.com/office/drawing/2014/main" id="{692D77EA-27FE-E1FF-C851-3D9C38F37ECB}"/>
              </a:ext>
            </a:extLst>
          </p:cNvPr>
          <p:cNvSpPr txBox="1">
            <a:spLocks/>
          </p:cNvSpPr>
          <p:nvPr/>
        </p:nvSpPr>
        <p:spPr>
          <a:xfrm>
            <a:off x="5232085" y="1466383"/>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2013</a:t>
            </a:r>
          </a:p>
        </p:txBody>
      </p:sp>
      <p:cxnSp>
        <p:nvCxnSpPr>
          <p:cNvPr id="24" name="Straight Arrow Connector 23">
            <a:extLst>
              <a:ext uri="{FF2B5EF4-FFF2-40B4-BE49-F238E27FC236}">
                <a16:creationId xmlns:a16="http://schemas.microsoft.com/office/drawing/2014/main" id="{3C811AAF-F52A-9F09-D41E-562D27425DA9}"/>
              </a:ext>
            </a:extLst>
          </p:cNvPr>
          <p:cNvCxnSpPr>
            <a:cxnSpLocks/>
          </p:cNvCxnSpPr>
          <p:nvPr/>
        </p:nvCxnSpPr>
        <p:spPr>
          <a:xfrm>
            <a:off x="1634291" y="1880265"/>
            <a:ext cx="583514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095B42E0-9A01-6C4B-CBBF-FE5867FEEB02}"/>
              </a:ext>
            </a:extLst>
          </p:cNvPr>
          <p:cNvCxnSpPr/>
          <p:nvPr/>
        </p:nvCxnSpPr>
        <p:spPr>
          <a:xfrm>
            <a:off x="2081959" y="1799992"/>
            <a:ext cx="0" cy="159543"/>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C048C538-33AD-5088-0999-FDF84792CDE8}"/>
              </a:ext>
            </a:extLst>
          </p:cNvPr>
          <p:cNvCxnSpPr/>
          <p:nvPr/>
        </p:nvCxnSpPr>
        <p:spPr>
          <a:xfrm>
            <a:off x="3251875" y="1800493"/>
            <a:ext cx="0" cy="159543"/>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E92C84E7-6883-20BF-F25D-EAF439A001BE}"/>
              </a:ext>
            </a:extLst>
          </p:cNvPr>
          <p:cNvCxnSpPr/>
          <p:nvPr/>
        </p:nvCxnSpPr>
        <p:spPr>
          <a:xfrm>
            <a:off x="5639546" y="1800493"/>
            <a:ext cx="0" cy="159543"/>
          </a:xfrm>
          <a:prstGeom prst="line">
            <a:avLst/>
          </a:prstGeom>
        </p:spPr>
        <p:style>
          <a:lnRef idx="1">
            <a:schemeClr val="dk1"/>
          </a:lnRef>
          <a:fillRef idx="0">
            <a:schemeClr val="dk1"/>
          </a:fillRef>
          <a:effectRef idx="0">
            <a:schemeClr val="dk1"/>
          </a:effectRef>
          <a:fontRef idx="minor">
            <a:schemeClr val="tx1"/>
          </a:fontRef>
        </p:style>
      </p:cxnSp>
      <p:pic>
        <p:nvPicPr>
          <p:cNvPr id="35" name="Picture 34" descr="The image shows a child wearing a black shirt with a floral pattern, holding their hand up to their face, and sitting on a chair.&#10;&#10;AI-generated content may be incorrect.">
            <a:extLst>
              <a:ext uri="{FF2B5EF4-FFF2-40B4-BE49-F238E27FC236}">
                <a16:creationId xmlns:a16="http://schemas.microsoft.com/office/drawing/2014/main" id="{8075D1B9-9278-2EE3-6A53-9CA553186FEC}"/>
              </a:ext>
            </a:extLst>
          </p:cNvPr>
          <p:cNvPicPr>
            <a:picLocks noChangeAspect="1"/>
          </p:cNvPicPr>
          <p:nvPr/>
        </p:nvPicPr>
        <p:blipFill>
          <a:blip r:embed="rId3"/>
          <a:stretch>
            <a:fillRect/>
          </a:stretch>
        </p:blipFill>
        <p:spPr>
          <a:xfrm>
            <a:off x="1633225" y="2067925"/>
            <a:ext cx="887361" cy="1207294"/>
          </a:xfrm>
          <a:prstGeom prst="rect">
            <a:avLst/>
          </a:prstGeom>
        </p:spPr>
      </p:pic>
      <p:pic>
        <p:nvPicPr>
          <p:cNvPr id="37" name="Picture 36" descr="A person is sitting in a seat, wearing a red shirt and white pants, with their hands up in the air.&#10;&#10;AI-generated content may be incorrect.">
            <a:extLst>
              <a:ext uri="{FF2B5EF4-FFF2-40B4-BE49-F238E27FC236}">
                <a16:creationId xmlns:a16="http://schemas.microsoft.com/office/drawing/2014/main" id="{6AC01A5E-565A-37B8-BFBD-0F988D9D555D}"/>
              </a:ext>
            </a:extLst>
          </p:cNvPr>
          <p:cNvPicPr>
            <a:picLocks noChangeAspect="1"/>
          </p:cNvPicPr>
          <p:nvPr/>
        </p:nvPicPr>
        <p:blipFill>
          <a:blip r:embed="rId4"/>
          <a:stretch>
            <a:fillRect/>
          </a:stretch>
        </p:blipFill>
        <p:spPr>
          <a:xfrm>
            <a:off x="2801371" y="2067381"/>
            <a:ext cx="886719" cy="1229176"/>
          </a:xfrm>
          <a:prstGeom prst="rect">
            <a:avLst/>
          </a:prstGeom>
        </p:spPr>
      </p:pic>
      <p:pic>
        <p:nvPicPr>
          <p:cNvPr id="39" name="Picture 38" descr="The image depicts a person sitting, wearing a green t-shirt, black jeans, and holding a phone, with a brick wall in the background.&#10;&#10;AI-generated content may be incorrect.">
            <a:extLst>
              <a:ext uri="{FF2B5EF4-FFF2-40B4-BE49-F238E27FC236}">
                <a16:creationId xmlns:a16="http://schemas.microsoft.com/office/drawing/2014/main" id="{39E8A112-1B21-1CF4-E203-D4F89D1DC4CC}"/>
              </a:ext>
            </a:extLst>
          </p:cNvPr>
          <p:cNvPicPr>
            <a:picLocks noChangeAspect="1"/>
          </p:cNvPicPr>
          <p:nvPr/>
        </p:nvPicPr>
        <p:blipFill>
          <a:blip r:embed="rId5"/>
          <a:stretch>
            <a:fillRect/>
          </a:stretch>
        </p:blipFill>
        <p:spPr>
          <a:xfrm>
            <a:off x="5173501" y="2067380"/>
            <a:ext cx="898950" cy="1229177"/>
          </a:xfrm>
          <a:prstGeom prst="rect">
            <a:avLst/>
          </a:prstGeom>
        </p:spPr>
      </p:pic>
      <p:pic>
        <p:nvPicPr>
          <p:cNvPr id="41" name="Picture 40" descr="The image shows a person wearing a pink shirt, covering their face with their hands.&#10;&#10;AI-generated content may be incorrect.">
            <a:extLst>
              <a:ext uri="{FF2B5EF4-FFF2-40B4-BE49-F238E27FC236}">
                <a16:creationId xmlns:a16="http://schemas.microsoft.com/office/drawing/2014/main" id="{4592FB8F-D1CE-A650-9510-D17E3D5A6A09}"/>
              </a:ext>
            </a:extLst>
          </p:cNvPr>
          <p:cNvPicPr>
            <a:picLocks noChangeAspect="1"/>
          </p:cNvPicPr>
          <p:nvPr/>
        </p:nvPicPr>
        <p:blipFill>
          <a:blip r:embed="rId6"/>
          <a:stretch>
            <a:fillRect/>
          </a:stretch>
        </p:blipFill>
        <p:spPr>
          <a:xfrm>
            <a:off x="2801372" y="3485823"/>
            <a:ext cx="881410" cy="1229177"/>
          </a:xfrm>
          <a:prstGeom prst="rect">
            <a:avLst/>
          </a:prstGeom>
        </p:spPr>
      </p:pic>
      <p:sp>
        <p:nvSpPr>
          <p:cNvPr id="43" name="Google Shape;290;p33">
            <a:extLst>
              <a:ext uri="{FF2B5EF4-FFF2-40B4-BE49-F238E27FC236}">
                <a16:creationId xmlns:a16="http://schemas.microsoft.com/office/drawing/2014/main" id="{C1BDA1E7-003F-BCC7-1AA3-E0C422428BE4}"/>
              </a:ext>
            </a:extLst>
          </p:cNvPr>
          <p:cNvSpPr txBox="1">
            <a:spLocks/>
          </p:cNvSpPr>
          <p:nvPr/>
        </p:nvSpPr>
        <p:spPr>
          <a:xfrm>
            <a:off x="319709" y="2320117"/>
            <a:ext cx="1173124"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Home-</a:t>
            </a:r>
          </a:p>
          <a:p>
            <a:pPr marL="0" indent="0" algn="ctr">
              <a:buFont typeface="Hanken Grotesk"/>
              <a:buNone/>
            </a:pPr>
            <a:r>
              <a:rPr lang="nn-NO" dirty="0"/>
              <a:t>Signer</a:t>
            </a:r>
          </a:p>
        </p:txBody>
      </p:sp>
      <p:sp>
        <p:nvSpPr>
          <p:cNvPr id="44" name="Google Shape;290;p33">
            <a:extLst>
              <a:ext uri="{FF2B5EF4-FFF2-40B4-BE49-F238E27FC236}">
                <a16:creationId xmlns:a16="http://schemas.microsoft.com/office/drawing/2014/main" id="{46E2F4F5-7BE3-8DBB-5D4E-A4234004ABD1}"/>
              </a:ext>
            </a:extLst>
          </p:cNvPr>
          <p:cNvSpPr txBox="1">
            <a:spLocks/>
          </p:cNvSpPr>
          <p:nvPr/>
        </p:nvSpPr>
        <p:spPr>
          <a:xfrm>
            <a:off x="319709" y="3832204"/>
            <a:ext cx="1173124"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Relative</a:t>
            </a:r>
          </a:p>
        </p:txBody>
      </p:sp>
      <p:sp>
        <p:nvSpPr>
          <p:cNvPr id="46" name="Google Shape;290;p33">
            <a:extLst>
              <a:ext uri="{FF2B5EF4-FFF2-40B4-BE49-F238E27FC236}">
                <a16:creationId xmlns:a16="http://schemas.microsoft.com/office/drawing/2014/main" id="{764A0BC3-F84B-AD67-4DC4-14AEB03E10F4}"/>
              </a:ext>
            </a:extLst>
          </p:cNvPr>
          <p:cNvSpPr txBox="1">
            <a:spLocks/>
          </p:cNvSpPr>
          <p:nvPr/>
        </p:nvSpPr>
        <p:spPr>
          <a:xfrm>
            <a:off x="6697563" y="2169901"/>
            <a:ext cx="1626423"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Are signs becoming more concise and standardized?</a:t>
            </a:r>
          </a:p>
        </p:txBody>
      </p:sp>
      <p:sp>
        <p:nvSpPr>
          <p:cNvPr id="48" name="Google Shape;290;p33">
            <a:extLst>
              <a:ext uri="{FF2B5EF4-FFF2-40B4-BE49-F238E27FC236}">
                <a16:creationId xmlns:a16="http://schemas.microsoft.com/office/drawing/2014/main" id="{30E12896-0C5E-B69B-C7E5-EA77B51E4181}"/>
              </a:ext>
            </a:extLst>
          </p:cNvPr>
          <p:cNvSpPr txBox="1">
            <a:spLocks/>
          </p:cNvSpPr>
          <p:nvPr/>
        </p:nvSpPr>
        <p:spPr>
          <a:xfrm>
            <a:off x="6697563" y="3531772"/>
            <a:ext cx="1626423"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Are relatives agreeing with homesigner?</a:t>
            </a:r>
          </a:p>
        </p:txBody>
      </p:sp>
      <p:sp>
        <p:nvSpPr>
          <p:cNvPr id="49" name="Arc 48">
            <a:extLst>
              <a:ext uri="{FF2B5EF4-FFF2-40B4-BE49-F238E27FC236}">
                <a16:creationId xmlns:a16="http://schemas.microsoft.com/office/drawing/2014/main" id="{66ED5166-A55A-DB39-FBD3-2E4742AB31D7}"/>
              </a:ext>
            </a:extLst>
          </p:cNvPr>
          <p:cNvSpPr/>
          <p:nvPr/>
        </p:nvSpPr>
        <p:spPr>
          <a:xfrm rot="2984420">
            <a:off x="3130056" y="2942569"/>
            <a:ext cx="834757" cy="922663"/>
          </a:xfrm>
          <a:prstGeom prst="arc">
            <a:avLst/>
          </a:prstGeom>
          <a:ln>
            <a:headEnd type="triangle"/>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3830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fade">
                                      <p:cBhvr>
                                        <p:cTn id="20" dur="500"/>
                                        <p:tgtEl>
                                          <p:spTgt spid="4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p:bldP spid="48" grpId="0"/>
      <p:bldP spid="4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4FA85-9D46-6F0B-3D68-97E8B3D3D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294AC-40B3-E0F0-AE0C-0EB6DA26A7A1}"/>
              </a:ext>
            </a:extLst>
          </p:cNvPr>
          <p:cNvSpPr>
            <a:spLocks noGrp="1"/>
          </p:cNvSpPr>
          <p:nvPr>
            <p:ph type="title"/>
          </p:nvPr>
        </p:nvSpPr>
        <p:spPr>
          <a:xfrm>
            <a:off x="720000" y="428500"/>
            <a:ext cx="7704000" cy="572700"/>
          </a:xfrm>
        </p:spPr>
        <p:txBody>
          <a:bodyPr/>
          <a:lstStyle/>
          <a:p>
            <a:pPr algn="ctr"/>
            <a:r>
              <a:rPr lang="en-US" dirty="0"/>
              <a:t>Quantification relies upon time-consuming and biased manual annotation</a:t>
            </a:r>
          </a:p>
        </p:txBody>
      </p:sp>
      <p:sp>
        <p:nvSpPr>
          <p:cNvPr id="19" name="Google Shape;290;p33">
            <a:extLst>
              <a:ext uri="{FF2B5EF4-FFF2-40B4-BE49-F238E27FC236}">
                <a16:creationId xmlns:a16="http://schemas.microsoft.com/office/drawing/2014/main" id="{ED2792CE-5A70-BBD7-D5DB-0208346ABB62}"/>
              </a:ext>
            </a:extLst>
          </p:cNvPr>
          <p:cNvSpPr txBox="1">
            <a:spLocks/>
          </p:cNvSpPr>
          <p:nvPr/>
        </p:nvSpPr>
        <p:spPr>
          <a:xfrm>
            <a:off x="1686015" y="1466383"/>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1998</a:t>
            </a:r>
          </a:p>
        </p:txBody>
      </p:sp>
      <p:sp>
        <p:nvSpPr>
          <p:cNvPr id="20" name="Google Shape;290;p33">
            <a:extLst>
              <a:ext uri="{FF2B5EF4-FFF2-40B4-BE49-F238E27FC236}">
                <a16:creationId xmlns:a16="http://schemas.microsoft.com/office/drawing/2014/main" id="{88FDBDE6-6D65-16C6-478A-0F605D8BE834}"/>
              </a:ext>
            </a:extLst>
          </p:cNvPr>
          <p:cNvSpPr txBox="1">
            <a:spLocks/>
          </p:cNvSpPr>
          <p:nvPr/>
        </p:nvSpPr>
        <p:spPr>
          <a:xfrm>
            <a:off x="2853840" y="1466383"/>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2002</a:t>
            </a:r>
          </a:p>
        </p:txBody>
      </p:sp>
      <p:sp>
        <p:nvSpPr>
          <p:cNvPr id="21" name="Google Shape;290;p33">
            <a:extLst>
              <a:ext uri="{FF2B5EF4-FFF2-40B4-BE49-F238E27FC236}">
                <a16:creationId xmlns:a16="http://schemas.microsoft.com/office/drawing/2014/main" id="{FD88B85F-D923-3F5A-D634-3AF1BFDC6C9D}"/>
              </a:ext>
            </a:extLst>
          </p:cNvPr>
          <p:cNvSpPr txBox="1">
            <a:spLocks/>
          </p:cNvSpPr>
          <p:nvPr/>
        </p:nvSpPr>
        <p:spPr>
          <a:xfrm>
            <a:off x="5232085" y="1466383"/>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2013</a:t>
            </a:r>
          </a:p>
        </p:txBody>
      </p:sp>
      <p:cxnSp>
        <p:nvCxnSpPr>
          <p:cNvPr id="22" name="Straight Arrow Connector 21">
            <a:extLst>
              <a:ext uri="{FF2B5EF4-FFF2-40B4-BE49-F238E27FC236}">
                <a16:creationId xmlns:a16="http://schemas.microsoft.com/office/drawing/2014/main" id="{0E65A6D9-4008-229A-F38B-AA5FA34D905B}"/>
              </a:ext>
            </a:extLst>
          </p:cNvPr>
          <p:cNvCxnSpPr>
            <a:cxnSpLocks/>
          </p:cNvCxnSpPr>
          <p:nvPr/>
        </p:nvCxnSpPr>
        <p:spPr>
          <a:xfrm>
            <a:off x="1634291" y="1880265"/>
            <a:ext cx="583514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0B22C718-D800-9D92-2B50-7A92E2F41E19}"/>
              </a:ext>
            </a:extLst>
          </p:cNvPr>
          <p:cNvCxnSpPr/>
          <p:nvPr/>
        </p:nvCxnSpPr>
        <p:spPr>
          <a:xfrm>
            <a:off x="2081959" y="1799992"/>
            <a:ext cx="0" cy="159543"/>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D402A7CE-E248-55E4-5908-0E94503BEA6D}"/>
              </a:ext>
            </a:extLst>
          </p:cNvPr>
          <p:cNvCxnSpPr/>
          <p:nvPr/>
        </p:nvCxnSpPr>
        <p:spPr>
          <a:xfrm>
            <a:off x="3251875" y="1800493"/>
            <a:ext cx="0" cy="159543"/>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886A2FC5-F01C-DCC7-1829-2487BDBFFB6C}"/>
              </a:ext>
            </a:extLst>
          </p:cNvPr>
          <p:cNvCxnSpPr/>
          <p:nvPr/>
        </p:nvCxnSpPr>
        <p:spPr>
          <a:xfrm>
            <a:off x="5639546" y="1800493"/>
            <a:ext cx="0" cy="159543"/>
          </a:xfrm>
          <a:prstGeom prst="line">
            <a:avLst/>
          </a:prstGeom>
        </p:spPr>
        <p:style>
          <a:lnRef idx="1">
            <a:schemeClr val="dk1"/>
          </a:lnRef>
          <a:fillRef idx="0">
            <a:schemeClr val="dk1"/>
          </a:fillRef>
          <a:effectRef idx="0">
            <a:schemeClr val="dk1"/>
          </a:effectRef>
          <a:fontRef idx="minor">
            <a:schemeClr val="tx1"/>
          </a:fontRef>
        </p:style>
      </p:cxnSp>
      <p:pic>
        <p:nvPicPr>
          <p:cNvPr id="27" name="Picture 26" descr="A person is sitting in a seat, wearing a red shirt and white pants, with their hands up in the air.&#10;&#10;AI-generated content may be incorrect.">
            <a:extLst>
              <a:ext uri="{FF2B5EF4-FFF2-40B4-BE49-F238E27FC236}">
                <a16:creationId xmlns:a16="http://schemas.microsoft.com/office/drawing/2014/main" id="{79075ECD-A338-57E9-04BC-3720BB557350}"/>
              </a:ext>
            </a:extLst>
          </p:cNvPr>
          <p:cNvPicPr>
            <a:picLocks noChangeAspect="1"/>
          </p:cNvPicPr>
          <p:nvPr/>
        </p:nvPicPr>
        <p:blipFill>
          <a:blip r:embed="rId3"/>
          <a:stretch>
            <a:fillRect/>
          </a:stretch>
        </p:blipFill>
        <p:spPr>
          <a:xfrm>
            <a:off x="2801371" y="2067381"/>
            <a:ext cx="886719" cy="1229176"/>
          </a:xfrm>
          <a:prstGeom prst="rect">
            <a:avLst/>
          </a:prstGeom>
        </p:spPr>
      </p:pic>
      <p:pic>
        <p:nvPicPr>
          <p:cNvPr id="29" name="Picture 28" descr="The image shows a person wearing a pink shirt, covering their face with their hands.&#10;&#10;AI-generated content may be incorrect.">
            <a:extLst>
              <a:ext uri="{FF2B5EF4-FFF2-40B4-BE49-F238E27FC236}">
                <a16:creationId xmlns:a16="http://schemas.microsoft.com/office/drawing/2014/main" id="{FC9D20E6-D3F7-2977-D7DB-6553E1FCE0EE}"/>
              </a:ext>
            </a:extLst>
          </p:cNvPr>
          <p:cNvPicPr>
            <a:picLocks noChangeAspect="1"/>
          </p:cNvPicPr>
          <p:nvPr/>
        </p:nvPicPr>
        <p:blipFill>
          <a:blip r:embed="rId4"/>
          <a:stretch>
            <a:fillRect/>
          </a:stretch>
        </p:blipFill>
        <p:spPr>
          <a:xfrm>
            <a:off x="2801372" y="3485823"/>
            <a:ext cx="881410" cy="1229177"/>
          </a:xfrm>
          <a:prstGeom prst="rect">
            <a:avLst/>
          </a:prstGeom>
        </p:spPr>
      </p:pic>
      <p:sp>
        <p:nvSpPr>
          <p:cNvPr id="30" name="Google Shape;290;p33">
            <a:extLst>
              <a:ext uri="{FF2B5EF4-FFF2-40B4-BE49-F238E27FC236}">
                <a16:creationId xmlns:a16="http://schemas.microsoft.com/office/drawing/2014/main" id="{26C3131D-DA79-D341-CE80-1BDB0A1218AC}"/>
              </a:ext>
            </a:extLst>
          </p:cNvPr>
          <p:cNvSpPr txBox="1">
            <a:spLocks/>
          </p:cNvSpPr>
          <p:nvPr/>
        </p:nvSpPr>
        <p:spPr>
          <a:xfrm>
            <a:off x="319709" y="2320117"/>
            <a:ext cx="1173124"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Home-</a:t>
            </a:r>
          </a:p>
          <a:p>
            <a:pPr marL="0" indent="0" algn="ctr">
              <a:buFont typeface="Hanken Grotesk"/>
              <a:buNone/>
            </a:pPr>
            <a:r>
              <a:rPr lang="nn-NO" dirty="0"/>
              <a:t>Signer</a:t>
            </a:r>
          </a:p>
        </p:txBody>
      </p:sp>
      <p:sp>
        <p:nvSpPr>
          <p:cNvPr id="31" name="Google Shape;290;p33">
            <a:extLst>
              <a:ext uri="{FF2B5EF4-FFF2-40B4-BE49-F238E27FC236}">
                <a16:creationId xmlns:a16="http://schemas.microsoft.com/office/drawing/2014/main" id="{F7328BEA-886F-755A-A9E7-2792766F4B46}"/>
              </a:ext>
            </a:extLst>
          </p:cNvPr>
          <p:cNvSpPr txBox="1">
            <a:spLocks/>
          </p:cNvSpPr>
          <p:nvPr/>
        </p:nvSpPr>
        <p:spPr>
          <a:xfrm>
            <a:off x="319709" y="3832204"/>
            <a:ext cx="1173124"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Relative</a:t>
            </a:r>
          </a:p>
        </p:txBody>
      </p:sp>
      <p:sp>
        <p:nvSpPr>
          <p:cNvPr id="34" name="Arc 33">
            <a:extLst>
              <a:ext uri="{FF2B5EF4-FFF2-40B4-BE49-F238E27FC236}">
                <a16:creationId xmlns:a16="http://schemas.microsoft.com/office/drawing/2014/main" id="{C5DD8F16-16F8-AB10-0219-BE19D77980CC}"/>
              </a:ext>
            </a:extLst>
          </p:cNvPr>
          <p:cNvSpPr/>
          <p:nvPr/>
        </p:nvSpPr>
        <p:spPr>
          <a:xfrm rot="2984420">
            <a:off x="3130056" y="2942569"/>
            <a:ext cx="834757" cy="922663"/>
          </a:xfrm>
          <a:prstGeom prst="arc">
            <a:avLst/>
          </a:prstGeom>
          <a:ln>
            <a:headEnd type="triangle"/>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9AB60CA6-9E7F-C9A0-3537-54E976545AA9}"/>
              </a:ext>
            </a:extLst>
          </p:cNvPr>
          <p:cNvSpPr txBox="1"/>
          <p:nvPr/>
        </p:nvSpPr>
        <p:spPr>
          <a:xfrm>
            <a:off x="4098954" y="2320117"/>
            <a:ext cx="946092" cy="430887"/>
          </a:xfrm>
          <a:prstGeom prst="rect">
            <a:avLst/>
          </a:prstGeom>
          <a:noFill/>
        </p:spPr>
        <p:txBody>
          <a:bodyPr wrap="none" rtlCol="0">
            <a:spAutoFit/>
          </a:bodyPr>
          <a:lstStyle/>
          <a:p>
            <a:pPr algn="ctr"/>
            <a:r>
              <a:rPr lang="en-US" sz="1100" dirty="0"/>
              <a:t>Handshape:</a:t>
            </a:r>
          </a:p>
          <a:p>
            <a:pPr algn="ctr"/>
            <a:r>
              <a:rPr lang="en-US" sz="1100" dirty="0"/>
              <a:t>bent b</a:t>
            </a:r>
          </a:p>
        </p:txBody>
      </p:sp>
      <p:sp>
        <p:nvSpPr>
          <p:cNvPr id="39" name="TextBox 38">
            <a:extLst>
              <a:ext uri="{FF2B5EF4-FFF2-40B4-BE49-F238E27FC236}">
                <a16:creationId xmlns:a16="http://schemas.microsoft.com/office/drawing/2014/main" id="{6E0C7691-E83A-0D43-299E-A0481786C510}"/>
              </a:ext>
            </a:extLst>
          </p:cNvPr>
          <p:cNvSpPr txBox="1"/>
          <p:nvPr/>
        </p:nvSpPr>
        <p:spPr>
          <a:xfrm>
            <a:off x="5045046" y="2331927"/>
            <a:ext cx="1148071" cy="430887"/>
          </a:xfrm>
          <a:prstGeom prst="rect">
            <a:avLst/>
          </a:prstGeom>
          <a:noFill/>
        </p:spPr>
        <p:txBody>
          <a:bodyPr wrap="none" rtlCol="0">
            <a:spAutoFit/>
          </a:bodyPr>
          <a:lstStyle/>
          <a:p>
            <a:pPr algn="ctr"/>
            <a:r>
              <a:rPr lang="en-US" sz="1100" dirty="0"/>
              <a:t>Major Location:</a:t>
            </a:r>
          </a:p>
          <a:p>
            <a:pPr algn="ctr"/>
            <a:r>
              <a:rPr lang="en-US" sz="1100" dirty="0"/>
              <a:t>head</a:t>
            </a:r>
          </a:p>
        </p:txBody>
      </p:sp>
      <p:sp>
        <p:nvSpPr>
          <p:cNvPr id="43" name="TextBox 42">
            <a:extLst>
              <a:ext uri="{FF2B5EF4-FFF2-40B4-BE49-F238E27FC236}">
                <a16:creationId xmlns:a16="http://schemas.microsoft.com/office/drawing/2014/main" id="{FCC566E4-33B8-E45A-2D54-01E95F60E380}"/>
              </a:ext>
            </a:extLst>
          </p:cNvPr>
          <p:cNvSpPr txBox="1"/>
          <p:nvPr/>
        </p:nvSpPr>
        <p:spPr>
          <a:xfrm>
            <a:off x="6096611" y="2331927"/>
            <a:ext cx="1148071" cy="430887"/>
          </a:xfrm>
          <a:prstGeom prst="rect">
            <a:avLst/>
          </a:prstGeom>
          <a:noFill/>
        </p:spPr>
        <p:txBody>
          <a:bodyPr wrap="none" rtlCol="0">
            <a:spAutoFit/>
          </a:bodyPr>
          <a:lstStyle/>
          <a:p>
            <a:pPr algn="ctr"/>
            <a:r>
              <a:rPr lang="en-US" sz="1100" dirty="0"/>
              <a:t>Minor Location:</a:t>
            </a:r>
          </a:p>
          <a:p>
            <a:pPr algn="ctr"/>
            <a:r>
              <a:rPr lang="en-US" sz="1100" dirty="0"/>
              <a:t>forehead</a:t>
            </a:r>
          </a:p>
        </p:txBody>
      </p:sp>
      <p:sp>
        <p:nvSpPr>
          <p:cNvPr id="47" name="TextBox 46">
            <a:extLst>
              <a:ext uri="{FF2B5EF4-FFF2-40B4-BE49-F238E27FC236}">
                <a16:creationId xmlns:a16="http://schemas.microsoft.com/office/drawing/2014/main" id="{18FF31F0-9DE0-D257-2E7A-24644F598E1C}"/>
              </a:ext>
            </a:extLst>
          </p:cNvPr>
          <p:cNvSpPr txBox="1"/>
          <p:nvPr/>
        </p:nvSpPr>
        <p:spPr>
          <a:xfrm>
            <a:off x="7244682" y="2321594"/>
            <a:ext cx="708848" cy="430887"/>
          </a:xfrm>
          <a:prstGeom prst="rect">
            <a:avLst/>
          </a:prstGeom>
          <a:noFill/>
        </p:spPr>
        <p:txBody>
          <a:bodyPr wrap="none" rtlCol="0">
            <a:spAutoFit/>
          </a:bodyPr>
          <a:lstStyle/>
          <a:p>
            <a:pPr algn="ctr"/>
            <a:r>
              <a:rPr lang="en-US" sz="1100" dirty="0"/>
              <a:t>Contact:</a:t>
            </a:r>
            <a:br>
              <a:rPr lang="en-US" sz="1100" dirty="0"/>
            </a:br>
            <a:r>
              <a:rPr lang="en-US" sz="1100" dirty="0"/>
              <a:t>no</a:t>
            </a:r>
          </a:p>
        </p:txBody>
      </p:sp>
      <p:sp>
        <p:nvSpPr>
          <p:cNvPr id="49" name="TextBox 48">
            <a:extLst>
              <a:ext uri="{FF2B5EF4-FFF2-40B4-BE49-F238E27FC236}">
                <a16:creationId xmlns:a16="http://schemas.microsoft.com/office/drawing/2014/main" id="{6CE2B15B-4702-D4FC-AFE6-D9A4A3098928}"/>
              </a:ext>
            </a:extLst>
          </p:cNvPr>
          <p:cNvSpPr txBox="1"/>
          <p:nvPr/>
        </p:nvSpPr>
        <p:spPr>
          <a:xfrm>
            <a:off x="8088826" y="2320117"/>
            <a:ext cx="364202" cy="307777"/>
          </a:xfrm>
          <a:prstGeom prst="rect">
            <a:avLst/>
          </a:prstGeom>
          <a:noFill/>
        </p:spPr>
        <p:txBody>
          <a:bodyPr wrap="none" rtlCol="0">
            <a:spAutoFit/>
          </a:bodyPr>
          <a:lstStyle/>
          <a:p>
            <a:pPr algn="ctr"/>
            <a:r>
              <a:rPr lang="en-US" dirty="0"/>
              <a:t>…</a:t>
            </a:r>
          </a:p>
        </p:txBody>
      </p:sp>
      <p:sp>
        <p:nvSpPr>
          <p:cNvPr id="51" name="TextBox 50">
            <a:extLst>
              <a:ext uri="{FF2B5EF4-FFF2-40B4-BE49-F238E27FC236}">
                <a16:creationId xmlns:a16="http://schemas.microsoft.com/office/drawing/2014/main" id="{AA20ABDA-454C-6ADA-A896-9E00B9FBCF2F}"/>
              </a:ext>
            </a:extLst>
          </p:cNvPr>
          <p:cNvSpPr txBox="1"/>
          <p:nvPr/>
        </p:nvSpPr>
        <p:spPr>
          <a:xfrm>
            <a:off x="4105129" y="3793295"/>
            <a:ext cx="946092" cy="430887"/>
          </a:xfrm>
          <a:prstGeom prst="rect">
            <a:avLst/>
          </a:prstGeom>
          <a:noFill/>
        </p:spPr>
        <p:txBody>
          <a:bodyPr wrap="none" rtlCol="0">
            <a:spAutoFit/>
          </a:bodyPr>
          <a:lstStyle/>
          <a:p>
            <a:pPr algn="ctr"/>
            <a:r>
              <a:rPr lang="en-US" sz="1100" dirty="0"/>
              <a:t>Handshape:</a:t>
            </a:r>
          </a:p>
          <a:p>
            <a:pPr algn="ctr"/>
            <a:r>
              <a:rPr lang="en-US" sz="1100" dirty="0"/>
              <a:t>bent b</a:t>
            </a:r>
          </a:p>
        </p:txBody>
      </p:sp>
      <p:sp>
        <p:nvSpPr>
          <p:cNvPr id="53" name="TextBox 52">
            <a:extLst>
              <a:ext uri="{FF2B5EF4-FFF2-40B4-BE49-F238E27FC236}">
                <a16:creationId xmlns:a16="http://schemas.microsoft.com/office/drawing/2014/main" id="{DD310504-F860-BCBB-3F54-07111D8E16DD}"/>
              </a:ext>
            </a:extLst>
          </p:cNvPr>
          <p:cNvSpPr txBox="1"/>
          <p:nvPr/>
        </p:nvSpPr>
        <p:spPr>
          <a:xfrm>
            <a:off x="5051221" y="3805105"/>
            <a:ext cx="1148071" cy="430887"/>
          </a:xfrm>
          <a:prstGeom prst="rect">
            <a:avLst/>
          </a:prstGeom>
          <a:noFill/>
        </p:spPr>
        <p:txBody>
          <a:bodyPr wrap="none" rtlCol="0">
            <a:spAutoFit/>
          </a:bodyPr>
          <a:lstStyle/>
          <a:p>
            <a:pPr algn="ctr"/>
            <a:r>
              <a:rPr lang="en-US" sz="1100" dirty="0"/>
              <a:t>Major Location:</a:t>
            </a:r>
          </a:p>
          <a:p>
            <a:pPr algn="ctr"/>
            <a:r>
              <a:rPr lang="en-US" sz="1100" dirty="0"/>
              <a:t>head</a:t>
            </a:r>
          </a:p>
        </p:txBody>
      </p:sp>
      <p:sp>
        <p:nvSpPr>
          <p:cNvPr id="55" name="TextBox 54">
            <a:extLst>
              <a:ext uri="{FF2B5EF4-FFF2-40B4-BE49-F238E27FC236}">
                <a16:creationId xmlns:a16="http://schemas.microsoft.com/office/drawing/2014/main" id="{18E312DB-42D5-B83A-5B96-E3C0B1A29351}"/>
              </a:ext>
            </a:extLst>
          </p:cNvPr>
          <p:cNvSpPr txBox="1"/>
          <p:nvPr/>
        </p:nvSpPr>
        <p:spPr>
          <a:xfrm>
            <a:off x="6102786" y="3805105"/>
            <a:ext cx="1148071" cy="430887"/>
          </a:xfrm>
          <a:prstGeom prst="rect">
            <a:avLst/>
          </a:prstGeom>
          <a:noFill/>
        </p:spPr>
        <p:txBody>
          <a:bodyPr wrap="none" rtlCol="0">
            <a:spAutoFit/>
          </a:bodyPr>
          <a:lstStyle/>
          <a:p>
            <a:pPr algn="ctr"/>
            <a:r>
              <a:rPr lang="en-US" sz="1100" dirty="0"/>
              <a:t>Minor Location:</a:t>
            </a:r>
          </a:p>
          <a:p>
            <a:pPr algn="ctr"/>
            <a:r>
              <a:rPr lang="en-US" sz="1100" dirty="0"/>
              <a:t>chin</a:t>
            </a:r>
          </a:p>
        </p:txBody>
      </p:sp>
      <p:sp>
        <p:nvSpPr>
          <p:cNvPr id="57" name="TextBox 56">
            <a:extLst>
              <a:ext uri="{FF2B5EF4-FFF2-40B4-BE49-F238E27FC236}">
                <a16:creationId xmlns:a16="http://schemas.microsoft.com/office/drawing/2014/main" id="{8C74B195-70B0-713A-15D4-408024CBB914}"/>
              </a:ext>
            </a:extLst>
          </p:cNvPr>
          <p:cNvSpPr txBox="1"/>
          <p:nvPr/>
        </p:nvSpPr>
        <p:spPr>
          <a:xfrm>
            <a:off x="7250857" y="3794772"/>
            <a:ext cx="708848" cy="430887"/>
          </a:xfrm>
          <a:prstGeom prst="rect">
            <a:avLst/>
          </a:prstGeom>
          <a:noFill/>
        </p:spPr>
        <p:txBody>
          <a:bodyPr wrap="none" rtlCol="0">
            <a:spAutoFit/>
          </a:bodyPr>
          <a:lstStyle/>
          <a:p>
            <a:pPr algn="ctr"/>
            <a:r>
              <a:rPr lang="en-US" sz="1100" dirty="0"/>
              <a:t>Contact:</a:t>
            </a:r>
            <a:br>
              <a:rPr lang="en-US" sz="1100" dirty="0"/>
            </a:br>
            <a:r>
              <a:rPr lang="en-US" sz="1100" dirty="0"/>
              <a:t>no</a:t>
            </a:r>
          </a:p>
        </p:txBody>
      </p:sp>
      <p:sp>
        <p:nvSpPr>
          <p:cNvPr id="59" name="TextBox 58">
            <a:extLst>
              <a:ext uri="{FF2B5EF4-FFF2-40B4-BE49-F238E27FC236}">
                <a16:creationId xmlns:a16="http://schemas.microsoft.com/office/drawing/2014/main" id="{728903AE-2371-BD65-B8F1-A875F119DD43}"/>
              </a:ext>
            </a:extLst>
          </p:cNvPr>
          <p:cNvSpPr txBox="1"/>
          <p:nvPr/>
        </p:nvSpPr>
        <p:spPr>
          <a:xfrm>
            <a:off x="8095001" y="3793295"/>
            <a:ext cx="364202" cy="307777"/>
          </a:xfrm>
          <a:prstGeom prst="rect">
            <a:avLst/>
          </a:prstGeom>
          <a:noFill/>
        </p:spPr>
        <p:txBody>
          <a:bodyPr wrap="none" rtlCol="0">
            <a:spAutoFit/>
          </a:bodyPr>
          <a:lstStyle/>
          <a:p>
            <a:pPr algn="ctr"/>
            <a:r>
              <a:rPr lang="en-US" dirty="0"/>
              <a:t>…</a:t>
            </a:r>
          </a:p>
        </p:txBody>
      </p:sp>
      <p:cxnSp>
        <p:nvCxnSpPr>
          <p:cNvPr id="61" name="Straight Arrow Connector 60">
            <a:extLst>
              <a:ext uri="{FF2B5EF4-FFF2-40B4-BE49-F238E27FC236}">
                <a16:creationId xmlns:a16="http://schemas.microsoft.com/office/drawing/2014/main" id="{F75419E0-49D9-3DB5-E1A8-1065914D2976}"/>
              </a:ext>
            </a:extLst>
          </p:cNvPr>
          <p:cNvCxnSpPr>
            <a:stCxn id="35" idx="2"/>
            <a:endCxn id="51" idx="0"/>
          </p:cNvCxnSpPr>
          <p:nvPr/>
        </p:nvCxnSpPr>
        <p:spPr>
          <a:xfrm>
            <a:off x="4572000" y="2751004"/>
            <a:ext cx="6175" cy="10422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E9D20DF2-D497-DE98-B452-0161A5D9E7F2}"/>
              </a:ext>
            </a:extLst>
          </p:cNvPr>
          <p:cNvCxnSpPr/>
          <p:nvPr/>
        </p:nvCxnSpPr>
        <p:spPr>
          <a:xfrm>
            <a:off x="5639546" y="2751004"/>
            <a:ext cx="6175" cy="10422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5032C0D-1319-A20F-FDAA-EB9F1060F078}"/>
              </a:ext>
            </a:extLst>
          </p:cNvPr>
          <p:cNvCxnSpPr/>
          <p:nvPr/>
        </p:nvCxnSpPr>
        <p:spPr>
          <a:xfrm>
            <a:off x="7621955" y="2762487"/>
            <a:ext cx="6175" cy="10422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24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fade">
                                      <p:cBhvr>
                                        <p:cTn id="22" dur="500"/>
                                        <p:tgtEl>
                                          <p:spTgt spid="5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fade">
                                      <p:cBhvr>
                                        <p:cTn id="28" dur="500"/>
                                        <p:tgtEl>
                                          <p:spTgt spid="5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500"/>
                                        <p:tgtEl>
                                          <p:spTgt spid="5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fade">
                                      <p:cBhvr>
                                        <p:cTn id="39" dur="500"/>
                                        <p:tgtEl>
                                          <p:spTgt spid="61"/>
                                        </p:tgtEl>
                                      </p:cBhvr>
                                    </p:animEffect>
                                  </p:childTnLst>
                                </p:cTn>
                              </p:par>
                              <p:par>
                                <p:cTn id="40" presetID="10" presetClass="entr" presetSubtype="0" fill="hold"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43" grpId="0"/>
      <p:bldP spid="47" grpId="0"/>
      <p:bldP spid="49" grpId="0"/>
      <p:bldP spid="51" grpId="0"/>
      <p:bldP spid="53" grpId="0"/>
      <p:bldP spid="55" grpId="0"/>
      <p:bldP spid="57" grpId="0"/>
      <p:bldP spid="5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16D63-1402-B2E1-99AD-093899424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6E2EF-E0EA-4D38-56B5-7F6C30240799}"/>
              </a:ext>
            </a:extLst>
          </p:cNvPr>
          <p:cNvSpPr>
            <a:spLocks noGrp="1"/>
          </p:cNvSpPr>
          <p:nvPr>
            <p:ph type="title"/>
          </p:nvPr>
        </p:nvSpPr>
        <p:spPr>
          <a:xfrm>
            <a:off x="720000" y="300163"/>
            <a:ext cx="7704000" cy="572700"/>
          </a:xfrm>
        </p:spPr>
        <p:txBody>
          <a:bodyPr/>
          <a:lstStyle/>
          <a:p>
            <a:pPr algn="ctr"/>
            <a:r>
              <a:rPr lang="en-US" dirty="0"/>
              <a:t>AI can help with quantification – </a:t>
            </a:r>
            <a:br>
              <a:rPr lang="en-US" dirty="0"/>
            </a:br>
            <a:r>
              <a:rPr lang="en-US" dirty="0"/>
              <a:t>but require unsupervised zero-shot methods</a:t>
            </a:r>
          </a:p>
        </p:txBody>
      </p:sp>
      <p:pic>
        <p:nvPicPr>
          <p:cNvPr id="6" name="Picture 5" descr="A person is sitting in a seat, wearing a red shirt and white pants, with their hands up in the air.&#10;&#10;AI-generated content may be incorrect.">
            <a:extLst>
              <a:ext uri="{FF2B5EF4-FFF2-40B4-BE49-F238E27FC236}">
                <a16:creationId xmlns:a16="http://schemas.microsoft.com/office/drawing/2014/main" id="{F8234AD0-3150-7BDC-6F69-08D1049A24F6}"/>
              </a:ext>
            </a:extLst>
          </p:cNvPr>
          <p:cNvPicPr>
            <a:picLocks noChangeAspect="1"/>
          </p:cNvPicPr>
          <p:nvPr/>
        </p:nvPicPr>
        <p:blipFill>
          <a:blip r:embed="rId3"/>
          <a:stretch>
            <a:fillRect/>
          </a:stretch>
        </p:blipFill>
        <p:spPr>
          <a:xfrm>
            <a:off x="992408" y="1497886"/>
            <a:ext cx="886719" cy="1229176"/>
          </a:xfrm>
          <a:prstGeom prst="rect">
            <a:avLst/>
          </a:prstGeom>
        </p:spPr>
      </p:pic>
      <p:pic>
        <p:nvPicPr>
          <p:cNvPr id="8" name="Picture 7" descr="The image shows a person wearing a pink shirt, covering their face with their hands.&#10;&#10;AI-generated content may be incorrect.">
            <a:extLst>
              <a:ext uri="{FF2B5EF4-FFF2-40B4-BE49-F238E27FC236}">
                <a16:creationId xmlns:a16="http://schemas.microsoft.com/office/drawing/2014/main" id="{F7E2B2AB-3E1B-A508-D3A0-B24127085612}"/>
              </a:ext>
            </a:extLst>
          </p:cNvPr>
          <p:cNvPicPr>
            <a:picLocks noChangeAspect="1"/>
          </p:cNvPicPr>
          <p:nvPr/>
        </p:nvPicPr>
        <p:blipFill>
          <a:blip r:embed="rId4"/>
          <a:stretch>
            <a:fillRect/>
          </a:stretch>
        </p:blipFill>
        <p:spPr>
          <a:xfrm>
            <a:off x="2479563" y="1497886"/>
            <a:ext cx="881410" cy="1229177"/>
          </a:xfrm>
          <a:prstGeom prst="rect">
            <a:avLst/>
          </a:prstGeom>
        </p:spPr>
      </p:pic>
      <p:pic>
        <p:nvPicPr>
          <p:cNvPr id="12" name="Picture 11" descr="Al Model&#10;&#10;AI-generated content may be incorrect.">
            <a:extLst>
              <a:ext uri="{FF2B5EF4-FFF2-40B4-BE49-F238E27FC236}">
                <a16:creationId xmlns:a16="http://schemas.microsoft.com/office/drawing/2014/main" id="{DE15A2D7-A6A0-7B71-8159-E1DCBD4F8274}"/>
              </a:ext>
            </a:extLst>
          </p:cNvPr>
          <p:cNvPicPr>
            <a:picLocks noChangeAspect="1"/>
          </p:cNvPicPr>
          <p:nvPr/>
        </p:nvPicPr>
        <p:blipFill>
          <a:blip r:embed="rId5"/>
          <a:srcRect b="19711"/>
          <a:stretch>
            <a:fillRect/>
          </a:stretch>
        </p:blipFill>
        <p:spPr>
          <a:xfrm>
            <a:off x="1186909" y="2995438"/>
            <a:ext cx="1944793" cy="572700"/>
          </a:xfrm>
          <a:prstGeom prst="rect">
            <a:avLst/>
          </a:prstGeom>
        </p:spPr>
      </p:pic>
      <p:pic>
        <p:nvPicPr>
          <p:cNvPr id="14" name="Picture 13" descr="Al Model&#10;&#10;AI-generated content may be incorrect.">
            <a:extLst>
              <a:ext uri="{FF2B5EF4-FFF2-40B4-BE49-F238E27FC236}">
                <a16:creationId xmlns:a16="http://schemas.microsoft.com/office/drawing/2014/main" id="{CCD25161-482C-6EF5-C9B7-C5C46CF251EB}"/>
              </a:ext>
            </a:extLst>
          </p:cNvPr>
          <p:cNvPicPr>
            <a:picLocks noChangeAspect="1"/>
          </p:cNvPicPr>
          <p:nvPr/>
        </p:nvPicPr>
        <p:blipFill>
          <a:blip r:embed="rId5"/>
          <a:srcRect t="80289" b="219"/>
          <a:stretch>
            <a:fillRect/>
          </a:stretch>
        </p:blipFill>
        <p:spPr>
          <a:xfrm>
            <a:off x="1186909" y="3568138"/>
            <a:ext cx="1944793" cy="139037"/>
          </a:xfrm>
          <a:prstGeom prst="rect">
            <a:avLst/>
          </a:prstGeom>
        </p:spPr>
      </p:pic>
      <p:cxnSp>
        <p:nvCxnSpPr>
          <p:cNvPr id="16" name="Straight Arrow Connector 15">
            <a:extLst>
              <a:ext uri="{FF2B5EF4-FFF2-40B4-BE49-F238E27FC236}">
                <a16:creationId xmlns:a16="http://schemas.microsoft.com/office/drawing/2014/main" id="{763860E1-B1EA-8436-51BF-450DF8BDB391}"/>
              </a:ext>
            </a:extLst>
          </p:cNvPr>
          <p:cNvCxnSpPr/>
          <p:nvPr/>
        </p:nvCxnSpPr>
        <p:spPr>
          <a:xfrm>
            <a:off x="1691089" y="2798284"/>
            <a:ext cx="0" cy="154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2C9FBDE-037B-D17F-C9E2-72EF4143B518}"/>
              </a:ext>
            </a:extLst>
          </p:cNvPr>
          <p:cNvCxnSpPr/>
          <p:nvPr/>
        </p:nvCxnSpPr>
        <p:spPr>
          <a:xfrm>
            <a:off x="2666082" y="2798284"/>
            <a:ext cx="0" cy="154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CCC69C6-83F7-D07D-6545-93F744A0C016}"/>
              </a:ext>
            </a:extLst>
          </p:cNvPr>
          <p:cNvCxnSpPr/>
          <p:nvPr/>
        </p:nvCxnSpPr>
        <p:spPr>
          <a:xfrm>
            <a:off x="1683744" y="3760424"/>
            <a:ext cx="0" cy="154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C755934-C2B9-9B32-1DCA-1D06FCBD45DA}"/>
              </a:ext>
            </a:extLst>
          </p:cNvPr>
          <p:cNvCxnSpPr/>
          <p:nvPr/>
        </p:nvCxnSpPr>
        <p:spPr>
          <a:xfrm>
            <a:off x="2658737" y="3760424"/>
            <a:ext cx="0" cy="154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DEEBF7A-906A-274B-61B4-E209699CEC15}"/>
              </a:ext>
            </a:extLst>
          </p:cNvPr>
          <p:cNvSpPr/>
          <p:nvPr/>
        </p:nvSpPr>
        <p:spPr>
          <a:xfrm>
            <a:off x="1039536" y="3967909"/>
            <a:ext cx="839591" cy="139037"/>
          </a:xfrm>
          <a:prstGeom prst="rect">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8C2ED3-4816-7998-3584-4496639BF52B}"/>
              </a:ext>
            </a:extLst>
          </p:cNvPr>
          <p:cNvSpPr/>
          <p:nvPr/>
        </p:nvSpPr>
        <p:spPr>
          <a:xfrm>
            <a:off x="2479563" y="3967909"/>
            <a:ext cx="839591" cy="139037"/>
          </a:xfrm>
          <a:prstGeom prst="rect">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oogle Shape;290;p33">
            <a:extLst>
              <a:ext uri="{FF2B5EF4-FFF2-40B4-BE49-F238E27FC236}">
                <a16:creationId xmlns:a16="http://schemas.microsoft.com/office/drawing/2014/main" id="{4F39172E-35E3-1316-FC79-3DFCF088503D}"/>
              </a:ext>
            </a:extLst>
          </p:cNvPr>
          <p:cNvSpPr txBox="1">
            <a:spLocks/>
          </p:cNvSpPr>
          <p:nvPr/>
        </p:nvSpPr>
        <p:spPr>
          <a:xfrm>
            <a:off x="1114740" y="4071000"/>
            <a:ext cx="2089130" cy="4177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Embeddings</a:t>
            </a:r>
          </a:p>
        </p:txBody>
      </p:sp>
      <p:cxnSp>
        <p:nvCxnSpPr>
          <p:cNvPr id="27" name="Straight Arrow Connector 26">
            <a:extLst>
              <a:ext uri="{FF2B5EF4-FFF2-40B4-BE49-F238E27FC236}">
                <a16:creationId xmlns:a16="http://schemas.microsoft.com/office/drawing/2014/main" id="{34B2C110-5F04-A434-7CF8-F6C7EB239CE5}"/>
              </a:ext>
            </a:extLst>
          </p:cNvPr>
          <p:cNvCxnSpPr/>
          <p:nvPr/>
        </p:nvCxnSpPr>
        <p:spPr>
          <a:xfrm flipV="1">
            <a:off x="4153359" y="1497886"/>
            <a:ext cx="0" cy="26609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DF0C1A84-6E2B-E1AD-8E2A-BA54B6A91A7D}"/>
              </a:ext>
            </a:extLst>
          </p:cNvPr>
          <p:cNvCxnSpPr>
            <a:cxnSpLocks/>
          </p:cNvCxnSpPr>
          <p:nvPr/>
        </p:nvCxnSpPr>
        <p:spPr>
          <a:xfrm>
            <a:off x="4153359" y="4158867"/>
            <a:ext cx="39183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Arc 29">
            <a:extLst>
              <a:ext uri="{FF2B5EF4-FFF2-40B4-BE49-F238E27FC236}">
                <a16:creationId xmlns:a16="http://schemas.microsoft.com/office/drawing/2014/main" id="{D5C613F3-6056-699F-77D5-A1C3D0060459}"/>
              </a:ext>
            </a:extLst>
          </p:cNvPr>
          <p:cNvSpPr/>
          <p:nvPr/>
        </p:nvSpPr>
        <p:spPr>
          <a:xfrm rot="18508585">
            <a:off x="393690" y="3300040"/>
            <a:ext cx="5053155" cy="2967699"/>
          </a:xfrm>
          <a:prstGeom prst="arc">
            <a:avLst/>
          </a:prstGeom>
          <a:ln w="19050">
            <a:solidFill>
              <a:schemeClr val="bg2">
                <a:lumMod val="10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a:extLst>
              <a:ext uri="{FF2B5EF4-FFF2-40B4-BE49-F238E27FC236}">
                <a16:creationId xmlns:a16="http://schemas.microsoft.com/office/drawing/2014/main" id="{6FC2690A-991C-47D7-F80F-29874C59D58F}"/>
              </a:ext>
            </a:extLst>
          </p:cNvPr>
          <p:cNvSpPr/>
          <p:nvPr/>
        </p:nvSpPr>
        <p:spPr>
          <a:xfrm rot="19519732">
            <a:off x="1450383" y="3696808"/>
            <a:ext cx="4378532" cy="2293057"/>
          </a:xfrm>
          <a:prstGeom prst="arc">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3" name="Oval 32">
            <a:extLst>
              <a:ext uri="{FF2B5EF4-FFF2-40B4-BE49-F238E27FC236}">
                <a16:creationId xmlns:a16="http://schemas.microsoft.com/office/drawing/2014/main" id="{021AAD8C-E31E-9ECC-5CEA-774D6846B5BB}"/>
              </a:ext>
            </a:extLst>
          </p:cNvPr>
          <p:cNvSpPr/>
          <p:nvPr/>
        </p:nvSpPr>
        <p:spPr>
          <a:xfrm>
            <a:off x="4511564" y="2791630"/>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0DD1C94C-FD2D-AA4D-3564-361F70E3A35C}"/>
              </a:ext>
            </a:extLst>
          </p:cNvPr>
          <p:cNvSpPr/>
          <p:nvPr/>
        </p:nvSpPr>
        <p:spPr>
          <a:xfrm>
            <a:off x="5433154" y="3605271"/>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DE56DB88-75A7-04BD-4E59-9FE21E4BD823}"/>
              </a:ext>
            </a:extLst>
          </p:cNvPr>
          <p:cNvSpPr/>
          <p:nvPr/>
        </p:nvSpPr>
        <p:spPr>
          <a:xfrm>
            <a:off x="5715828" y="2210153"/>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BB5D27F6-27F3-AA0D-1078-3728C9F1B0DC}"/>
              </a:ext>
            </a:extLst>
          </p:cNvPr>
          <p:cNvSpPr/>
          <p:nvPr/>
        </p:nvSpPr>
        <p:spPr>
          <a:xfrm>
            <a:off x="6005111" y="3101221"/>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0348021-551F-4B35-4B79-07F681A78AB3}"/>
              </a:ext>
            </a:extLst>
          </p:cNvPr>
          <p:cNvSpPr/>
          <p:nvPr/>
        </p:nvSpPr>
        <p:spPr>
          <a:xfrm>
            <a:off x="6819180" y="2727062"/>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84ADF27-A0F3-D196-8F13-C47D08D6C17B}"/>
              </a:ext>
            </a:extLst>
          </p:cNvPr>
          <p:cNvSpPr/>
          <p:nvPr/>
        </p:nvSpPr>
        <p:spPr>
          <a:xfrm>
            <a:off x="7033800" y="231205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Google Shape;290;p33">
            <a:extLst>
              <a:ext uri="{FF2B5EF4-FFF2-40B4-BE49-F238E27FC236}">
                <a16:creationId xmlns:a16="http://schemas.microsoft.com/office/drawing/2014/main" id="{AE2E9F48-15A5-4353-761C-613347D5C133}"/>
              </a:ext>
            </a:extLst>
          </p:cNvPr>
          <p:cNvSpPr txBox="1">
            <a:spLocks/>
          </p:cNvSpPr>
          <p:nvPr/>
        </p:nvSpPr>
        <p:spPr>
          <a:xfrm>
            <a:off x="4225529" y="2321380"/>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1998</a:t>
            </a:r>
          </a:p>
        </p:txBody>
      </p:sp>
      <p:sp>
        <p:nvSpPr>
          <p:cNvPr id="45" name="Google Shape;290;p33">
            <a:extLst>
              <a:ext uri="{FF2B5EF4-FFF2-40B4-BE49-F238E27FC236}">
                <a16:creationId xmlns:a16="http://schemas.microsoft.com/office/drawing/2014/main" id="{1D47CBA2-6FD2-574A-8015-BA259A6680AE}"/>
              </a:ext>
            </a:extLst>
          </p:cNvPr>
          <p:cNvSpPr txBox="1">
            <a:spLocks/>
          </p:cNvSpPr>
          <p:nvPr/>
        </p:nvSpPr>
        <p:spPr>
          <a:xfrm>
            <a:off x="5432350" y="1840774"/>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2002</a:t>
            </a:r>
          </a:p>
        </p:txBody>
      </p:sp>
      <p:sp>
        <p:nvSpPr>
          <p:cNvPr id="47" name="Google Shape;290;p33">
            <a:extLst>
              <a:ext uri="{FF2B5EF4-FFF2-40B4-BE49-F238E27FC236}">
                <a16:creationId xmlns:a16="http://schemas.microsoft.com/office/drawing/2014/main" id="{7525254D-DB71-5BEC-B5B6-5239C4D6777D}"/>
              </a:ext>
            </a:extLst>
          </p:cNvPr>
          <p:cNvSpPr txBox="1">
            <a:spLocks/>
          </p:cNvSpPr>
          <p:nvPr/>
        </p:nvSpPr>
        <p:spPr>
          <a:xfrm>
            <a:off x="6757668" y="1950206"/>
            <a:ext cx="781782" cy="7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2013</a:t>
            </a:r>
          </a:p>
        </p:txBody>
      </p:sp>
      <p:cxnSp>
        <p:nvCxnSpPr>
          <p:cNvPr id="49" name="Straight Arrow Connector 48">
            <a:extLst>
              <a:ext uri="{FF2B5EF4-FFF2-40B4-BE49-F238E27FC236}">
                <a16:creationId xmlns:a16="http://schemas.microsoft.com/office/drawing/2014/main" id="{BE68FD53-B394-5E65-815B-37C21F118CF2}"/>
              </a:ext>
            </a:extLst>
          </p:cNvPr>
          <p:cNvCxnSpPr>
            <a:cxnSpLocks/>
            <a:endCxn id="32" idx="2"/>
          </p:cNvCxnSpPr>
          <p:nvPr/>
        </p:nvCxnSpPr>
        <p:spPr>
          <a:xfrm>
            <a:off x="4726391" y="2998919"/>
            <a:ext cx="713778" cy="59902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89333E8-7C80-1AC8-85DD-D0E6223956FF}"/>
              </a:ext>
            </a:extLst>
          </p:cNvPr>
          <p:cNvCxnSpPr>
            <a:cxnSpLocks/>
          </p:cNvCxnSpPr>
          <p:nvPr/>
        </p:nvCxnSpPr>
        <p:spPr>
          <a:xfrm>
            <a:off x="5860740" y="2471097"/>
            <a:ext cx="196949" cy="55296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D4EDCB1-A8B7-47E9-D67C-92A2832B0C43}"/>
              </a:ext>
            </a:extLst>
          </p:cNvPr>
          <p:cNvCxnSpPr>
            <a:cxnSpLocks/>
            <a:endCxn id="40" idx="7"/>
          </p:cNvCxnSpPr>
          <p:nvPr/>
        </p:nvCxnSpPr>
        <p:spPr>
          <a:xfrm flipH="1">
            <a:off x="7002546" y="2515865"/>
            <a:ext cx="90155" cy="24104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52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11111E-6 1.23457E-6 L 0.00191 0.2 " pathEditMode="relative" rAng="0" ptsTypes="AA">
                                      <p:cBhvr>
                                        <p:cTn id="6" dur="1000" fill="hold"/>
                                        <p:tgtEl>
                                          <p:spTgt spid="14"/>
                                        </p:tgtEl>
                                        <p:attrNameLst>
                                          <p:attrName>ppt_x</p:attrName>
                                          <p:attrName>ppt_y</p:attrName>
                                        </p:attrNameLst>
                                      </p:cBhvr>
                                      <p:rCtr x="87" y="1000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30"/>
                                        </p:tgtEl>
                                      </p:cBhvr>
                                    </p:animEffect>
                                    <p:set>
                                      <p:cBhvr>
                                        <p:cTn id="48" dur="1" fill="hold">
                                          <p:stCondLst>
                                            <p:cond delay="499"/>
                                          </p:stCondLst>
                                        </p:cTn>
                                        <p:tgtEl>
                                          <p:spTgt spid="30"/>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32"/>
                                        </p:tgtEl>
                                      </p:cBhvr>
                                    </p:animEffect>
                                    <p:set>
                                      <p:cBhvr>
                                        <p:cTn id="51" dur="1" fill="hold">
                                          <p:stCondLst>
                                            <p:cond delay="499"/>
                                          </p:stCondLst>
                                        </p:cTn>
                                        <p:tgtEl>
                                          <p:spTgt spid="32"/>
                                        </p:tgtEl>
                                        <p:attrNameLst>
                                          <p:attrName>style.visibility</p:attrName>
                                        </p:attrNameLst>
                                      </p:cBhvr>
                                      <p:to>
                                        <p:strVal val="hidden"/>
                                      </p:to>
                                    </p:se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500"/>
                                        <p:tgtEl>
                                          <p:spTgt spid="3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500"/>
                                        <p:tgtEl>
                                          <p:spTgt spid="4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Effect transition="in" filter="fade">
                                      <p:cBhvr>
                                        <p:cTn id="72" dur="500"/>
                                        <p:tgtEl>
                                          <p:spTgt spid="4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500"/>
                                        <p:tgtEl>
                                          <p:spTgt spid="51"/>
                                        </p:tgtEl>
                                      </p:cBhvr>
                                    </p:animEffect>
                                  </p:childTnLst>
                                </p:cTn>
                              </p:par>
                              <p:par>
                                <p:cTn id="78" presetID="10" presetClass="entr" presetSubtype="0" fill="hold"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500"/>
                                        <p:tgtEl>
                                          <p:spTgt spid="53"/>
                                        </p:tgtEl>
                                      </p:cBhvr>
                                    </p:animEffect>
                                  </p:childTnLst>
                                </p:cTn>
                              </p:par>
                              <p:par>
                                <p:cTn id="81" presetID="10" presetClass="entr" presetSubtype="0" fill="hold" nodeType="withEffect">
                                  <p:stCondLst>
                                    <p:cond delay="0"/>
                                  </p:stCondLst>
                                  <p:childTnLst>
                                    <p:set>
                                      <p:cBhvr>
                                        <p:cTn id="82" dur="1" fill="hold">
                                          <p:stCondLst>
                                            <p:cond delay="0"/>
                                          </p:stCondLst>
                                        </p:cTn>
                                        <p:tgtEl>
                                          <p:spTgt spid="49"/>
                                        </p:tgtEl>
                                        <p:attrNameLst>
                                          <p:attrName>style.visibility</p:attrName>
                                        </p:attrNameLst>
                                      </p:cBhvr>
                                      <p:to>
                                        <p:strVal val="visible"/>
                                      </p:to>
                                    </p:set>
                                    <p:animEffect transition="in" filter="fade">
                                      <p:cBhvr>
                                        <p:cTn id="8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5" grpId="0"/>
      <p:bldP spid="30" grpId="0" animBg="1"/>
      <p:bldP spid="30" grpId="1" animBg="1"/>
      <p:bldP spid="32" grpId="0" animBg="1"/>
      <p:bldP spid="32" grpId="1" animBg="1"/>
      <p:bldP spid="33" grpId="0" animBg="1"/>
      <p:bldP spid="37" grpId="0" animBg="1"/>
      <p:bldP spid="38" grpId="0" animBg="1"/>
      <p:bldP spid="39" grpId="0" animBg="1"/>
      <p:bldP spid="40" grpId="0" animBg="1"/>
      <p:bldP spid="41" grpId="0" animBg="1"/>
      <p:bldP spid="43" grpId="0"/>
      <p:bldP spid="45" grpId="0"/>
      <p:bldP spid="4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DB91-796D-4288-DF30-F228195C3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65F10-727F-A22A-1A43-AAFE12F5438A}"/>
              </a:ext>
            </a:extLst>
          </p:cNvPr>
          <p:cNvSpPr>
            <a:spLocks noGrp="1"/>
          </p:cNvSpPr>
          <p:nvPr>
            <p:ph type="title"/>
          </p:nvPr>
        </p:nvSpPr>
        <p:spPr>
          <a:xfrm>
            <a:off x="720000" y="428500"/>
            <a:ext cx="7704000" cy="572700"/>
          </a:xfrm>
        </p:spPr>
        <p:txBody>
          <a:bodyPr/>
          <a:lstStyle/>
          <a:p>
            <a:pPr algn="ctr"/>
            <a:r>
              <a:rPr lang="en-US" sz="2400" dirty="0"/>
              <a:t>We use minimal pairs in ASL to probe zero-shot capabilities of sign language recognition models</a:t>
            </a:r>
          </a:p>
        </p:txBody>
      </p:sp>
      <p:pic>
        <p:nvPicPr>
          <p:cNvPr id="6" name="Picture 2" descr="Kayo Yin - Future of Life Institute">
            <a:extLst>
              <a:ext uri="{FF2B5EF4-FFF2-40B4-BE49-F238E27FC236}">
                <a16:creationId xmlns:a16="http://schemas.microsoft.com/office/drawing/2014/main" id="{FA77B025-7FDF-E926-85EE-DCC5DB9B1208}"/>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6824864" y="1854075"/>
            <a:ext cx="1361565" cy="1361565"/>
          </a:xfrm>
          <a:prstGeom prst="ellipse">
            <a:avLst/>
          </a:prstGeom>
          <a:noFill/>
          <a:extLst>
            <a:ext uri="{909E8E84-426E-40DD-AFC4-6F175D3DCCD1}">
              <a14:hiddenFill xmlns:a14="http://schemas.microsoft.com/office/drawing/2010/main">
                <a:solidFill>
                  <a:srgbClr val="FFFFFF"/>
                </a:solidFill>
              </a14:hiddenFill>
            </a:ext>
          </a:extLst>
        </p:spPr>
      </p:pic>
      <p:sp>
        <p:nvSpPr>
          <p:cNvPr id="8" name="Google Shape;290;p33">
            <a:extLst>
              <a:ext uri="{FF2B5EF4-FFF2-40B4-BE49-F238E27FC236}">
                <a16:creationId xmlns:a16="http://schemas.microsoft.com/office/drawing/2014/main" id="{7041AD6E-29DE-F260-BD97-4C3FB8D51407}"/>
              </a:ext>
            </a:extLst>
          </p:cNvPr>
          <p:cNvSpPr txBox="1">
            <a:spLocks/>
          </p:cNvSpPr>
          <p:nvPr/>
        </p:nvSpPr>
        <p:spPr>
          <a:xfrm>
            <a:off x="6461082" y="3289425"/>
            <a:ext cx="2089130"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Kayo Yin</a:t>
            </a:r>
            <a:br>
              <a:rPr lang="nn-NO" dirty="0"/>
            </a:br>
            <a:r>
              <a:rPr lang="nn-NO" dirty="0"/>
              <a:t>PhD Candidate</a:t>
            </a:r>
            <a:br>
              <a:rPr lang="nn-NO" dirty="0"/>
            </a:br>
            <a:r>
              <a:rPr lang="nn-NO" dirty="0"/>
              <a:t>Berkeley</a:t>
            </a:r>
          </a:p>
        </p:txBody>
      </p:sp>
      <p:pic>
        <p:nvPicPr>
          <p:cNvPr id="5" name="Picture 4" descr="ONION&#10;&#10;AI-generated content may be incorrect.">
            <a:extLst>
              <a:ext uri="{FF2B5EF4-FFF2-40B4-BE49-F238E27FC236}">
                <a16:creationId xmlns:a16="http://schemas.microsoft.com/office/drawing/2014/main" id="{20B2369C-6821-0F72-F102-56278A78D5F5}"/>
              </a:ext>
            </a:extLst>
          </p:cNvPr>
          <p:cNvPicPr>
            <a:picLocks noChangeAspect="1"/>
          </p:cNvPicPr>
          <p:nvPr/>
        </p:nvPicPr>
        <p:blipFill>
          <a:blip r:embed="rId4"/>
          <a:stretch>
            <a:fillRect/>
          </a:stretch>
        </p:blipFill>
        <p:spPr>
          <a:xfrm>
            <a:off x="593788" y="1854075"/>
            <a:ext cx="2831493" cy="2127250"/>
          </a:xfrm>
          <a:prstGeom prst="rect">
            <a:avLst/>
          </a:prstGeom>
        </p:spPr>
      </p:pic>
      <p:pic>
        <p:nvPicPr>
          <p:cNvPr id="9" name="Picture 8" descr="APPLE&#10;&#10;AI-generated content may be incorrect.">
            <a:extLst>
              <a:ext uri="{FF2B5EF4-FFF2-40B4-BE49-F238E27FC236}">
                <a16:creationId xmlns:a16="http://schemas.microsoft.com/office/drawing/2014/main" id="{E4B35C3C-4A96-A796-AB7B-E1987769B86F}"/>
              </a:ext>
            </a:extLst>
          </p:cNvPr>
          <p:cNvPicPr>
            <a:picLocks noChangeAspect="1"/>
          </p:cNvPicPr>
          <p:nvPr/>
        </p:nvPicPr>
        <p:blipFill>
          <a:blip r:embed="rId5"/>
          <a:stretch>
            <a:fillRect/>
          </a:stretch>
        </p:blipFill>
        <p:spPr>
          <a:xfrm>
            <a:off x="3658457" y="1854075"/>
            <a:ext cx="2802625" cy="2127250"/>
          </a:xfrm>
          <a:prstGeom prst="rect">
            <a:avLst/>
          </a:prstGeom>
        </p:spPr>
      </p:pic>
    </p:spTree>
    <p:extLst>
      <p:ext uri="{BB962C8B-B14F-4D97-AF65-F5344CB8AC3E}">
        <p14:creationId xmlns:p14="http://schemas.microsoft.com/office/powerpoint/2010/main" val="4213789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75131-8D94-CCBD-9AE3-695F2B423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B38D1-28B3-2812-48BF-AD53C88CF924}"/>
              </a:ext>
            </a:extLst>
          </p:cNvPr>
          <p:cNvSpPr>
            <a:spLocks noGrp="1"/>
          </p:cNvSpPr>
          <p:nvPr>
            <p:ph type="title"/>
          </p:nvPr>
        </p:nvSpPr>
        <p:spPr>
          <a:xfrm>
            <a:off x="720000" y="373503"/>
            <a:ext cx="7704000" cy="572700"/>
          </a:xfrm>
        </p:spPr>
        <p:txBody>
          <a:bodyPr/>
          <a:lstStyle/>
          <a:p>
            <a:pPr algn="ctr"/>
            <a:r>
              <a:rPr lang="en-US" sz="2400" dirty="0"/>
              <a:t>We test if zero-shot embeddings from models </a:t>
            </a:r>
            <a:br>
              <a:rPr lang="en-US" sz="2400" dirty="0"/>
            </a:br>
            <a:r>
              <a:rPr lang="en-US" sz="2400" dirty="0"/>
              <a:t>can distinguish minimal pairs</a:t>
            </a:r>
          </a:p>
        </p:txBody>
      </p:sp>
      <p:cxnSp>
        <p:nvCxnSpPr>
          <p:cNvPr id="3" name="Straight Arrow Connector 2">
            <a:extLst>
              <a:ext uri="{FF2B5EF4-FFF2-40B4-BE49-F238E27FC236}">
                <a16:creationId xmlns:a16="http://schemas.microsoft.com/office/drawing/2014/main" id="{FF145DD7-107B-EE3A-8CBB-2BBAE88CDFCC}"/>
              </a:ext>
            </a:extLst>
          </p:cNvPr>
          <p:cNvCxnSpPr>
            <a:cxnSpLocks/>
          </p:cNvCxnSpPr>
          <p:nvPr/>
        </p:nvCxnSpPr>
        <p:spPr>
          <a:xfrm flipV="1">
            <a:off x="1663547" y="1867383"/>
            <a:ext cx="0" cy="2429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AEDF050B-3BBD-AF3D-F1FE-CFBBFEBB1745}"/>
              </a:ext>
            </a:extLst>
          </p:cNvPr>
          <p:cNvCxnSpPr>
            <a:cxnSpLocks/>
          </p:cNvCxnSpPr>
          <p:nvPr/>
        </p:nvCxnSpPr>
        <p:spPr>
          <a:xfrm>
            <a:off x="1663547" y="4296578"/>
            <a:ext cx="6141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861299B0-B1E4-96ED-55CE-861AADF474E0}"/>
              </a:ext>
            </a:extLst>
          </p:cNvPr>
          <p:cNvSpPr/>
          <p:nvPr/>
        </p:nvSpPr>
        <p:spPr>
          <a:xfrm>
            <a:off x="6828985" y="2958006"/>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2207833-C77E-C291-8B50-6B20C06D3523}"/>
              </a:ext>
            </a:extLst>
          </p:cNvPr>
          <p:cNvSpPr/>
          <p:nvPr/>
        </p:nvSpPr>
        <p:spPr>
          <a:xfrm>
            <a:off x="6314864" y="3424386"/>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1980FE5-87B1-15B6-F5BD-893B9B56B9F0}"/>
              </a:ext>
            </a:extLst>
          </p:cNvPr>
          <p:cNvSpPr/>
          <p:nvPr/>
        </p:nvSpPr>
        <p:spPr>
          <a:xfrm>
            <a:off x="6422277" y="2993223"/>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0D51444-E4FA-5C36-31FE-919DB2B9991A}"/>
              </a:ext>
            </a:extLst>
          </p:cNvPr>
          <p:cNvSpPr/>
          <p:nvPr/>
        </p:nvSpPr>
        <p:spPr>
          <a:xfrm>
            <a:off x="6169544" y="2639628"/>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9649BA6-06D1-B496-33CC-5814E06C3EED}"/>
              </a:ext>
            </a:extLst>
          </p:cNvPr>
          <p:cNvSpPr/>
          <p:nvPr/>
        </p:nvSpPr>
        <p:spPr>
          <a:xfrm>
            <a:off x="5892286" y="3169872"/>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8D692D0-6412-5899-3116-703AD271D8C5}"/>
              </a:ext>
            </a:extLst>
          </p:cNvPr>
          <p:cNvSpPr/>
          <p:nvPr/>
        </p:nvSpPr>
        <p:spPr>
          <a:xfrm>
            <a:off x="3174792" y="2676025"/>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9509C1C-8653-93E4-57DE-369AD2CF459C}"/>
              </a:ext>
            </a:extLst>
          </p:cNvPr>
          <p:cNvSpPr/>
          <p:nvPr/>
        </p:nvSpPr>
        <p:spPr>
          <a:xfrm>
            <a:off x="2478893" y="325542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0B1054E-6445-0B78-A86E-94B7F425F74A}"/>
              </a:ext>
            </a:extLst>
          </p:cNvPr>
          <p:cNvSpPr/>
          <p:nvPr/>
        </p:nvSpPr>
        <p:spPr>
          <a:xfrm>
            <a:off x="2633925" y="2430653"/>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790D887-2E4D-F846-61F3-B8B1C5A85BDA}"/>
              </a:ext>
            </a:extLst>
          </p:cNvPr>
          <p:cNvSpPr/>
          <p:nvPr/>
        </p:nvSpPr>
        <p:spPr>
          <a:xfrm>
            <a:off x="2959965" y="301950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6648024-F7EE-92EE-143C-117DAE402C39}"/>
              </a:ext>
            </a:extLst>
          </p:cNvPr>
          <p:cNvSpPr/>
          <p:nvPr/>
        </p:nvSpPr>
        <p:spPr>
          <a:xfrm>
            <a:off x="3391846" y="325542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Picture 30" descr="ONION&#10;&#10;AI-generated content may be incorrect.">
            <a:extLst>
              <a:ext uri="{FF2B5EF4-FFF2-40B4-BE49-F238E27FC236}">
                <a16:creationId xmlns:a16="http://schemas.microsoft.com/office/drawing/2014/main" id="{50671891-E187-7DA6-794A-D854658F07D3}"/>
              </a:ext>
            </a:extLst>
          </p:cNvPr>
          <p:cNvPicPr>
            <a:picLocks noChangeAspect="1"/>
          </p:cNvPicPr>
          <p:nvPr/>
        </p:nvPicPr>
        <p:blipFill>
          <a:blip r:embed="rId3"/>
          <a:stretch>
            <a:fillRect/>
          </a:stretch>
        </p:blipFill>
        <p:spPr>
          <a:xfrm>
            <a:off x="3474074" y="1918416"/>
            <a:ext cx="884943" cy="664842"/>
          </a:xfrm>
          <a:prstGeom prst="rect">
            <a:avLst/>
          </a:prstGeom>
        </p:spPr>
      </p:pic>
      <p:pic>
        <p:nvPicPr>
          <p:cNvPr id="33" name="Picture 32" descr="APPLE&#10;&#10;AI-generated content may be incorrect.">
            <a:extLst>
              <a:ext uri="{FF2B5EF4-FFF2-40B4-BE49-F238E27FC236}">
                <a16:creationId xmlns:a16="http://schemas.microsoft.com/office/drawing/2014/main" id="{67E7FB37-6965-F275-CFF9-F713B97AB51B}"/>
              </a:ext>
            </a:extLst>
          </p:cNvPr>
          <p:cNvPicPr>
            <a:picLocks noChangeAspect="1"/>
          </p:cNvPicPr>
          <p:nvPr/>
        </p:nvPicPr>
        <p:blipFill>
          <a:blip r:embed="rId4"/>
          <a:stretch>
            <a:fillRect/>
          </a:stretch>
        </p:blipFill>
        <p:spPr>
          <a:xfrm>
            <a:off x="7138942" y="1961673"/>
            <a:ext cx="1100830" cy="835553"/>
          </a:xfrm>
          <a:prstGeom prst="rect">
            <a:avLst/>
          </a:prstGeom>
        </p:spPr>
      </p:pic>
      <p:pic>
        <p:nvPicPr>
          <p:cNvPr id="35" name="Picture 34" descr="A person is holding their nose, possibly to sniff or smell something, wearing a green sweatshirt.&#10;&#10;AI-generated content may be incorrect.">
            <a:extLst>
              <a:ext uri="{FF2B5EF4-FFF2-40B4-BE49-F238E27FC236}">
                <a16:creationId xmlns:a16="http://schemas.microsoft.com/office/drawing/2014/main" id="{710D8E07-A763-94DC-5657-0C027E26A7BE}"/>
              </a:ext>
            </a:extLst>
          </p:cNvPr>
          <p:cNvPicPr>
            <a:picLocks noChangeAspect="1"/>
          </p:cNvPicPr>
          <p:nvPr/>
        </p:nvPicPr>
        <p:blipFill>
          <a:blip r:embed="rId5"/>
          <a:srcRect r="11683"/>
          <a:stretch>
            <a:fillRect/>
          </a:stretch>
        </p:blipFill>
        <p:spPr>
          <a:xfrm>
            <a:off x="4012691" y="3146358"/>
            <a:ext cx="983202" cy="653696"/>
          </a:xfrm>
          <a:prstGeom prst="rect">
            <a:avLst/>
          </a:prstGeom>
          <a:ln w="6350">
            <a:solidFill>
              <a:schemeClr val="tx1"/>
            </a:solidFill>
          </a:ln>
        </p:spPr>
      </p:pic>
      <p:sp>
        <p:nvSpPr>
          <p:cNvPr id="41" name="Rectangle 40">
            <a:extLst>
              <a:ext uri="{FF2B5EF4-FFF2-40B4-BE49-F238E27FC236}">
                <a16:creationId xmlns:a16="http://schemas.microsoft.com/office/drawing/2014/main" id="{313D5892-2165-18D8-BBFF-10FF9CC2471F}"/>
              </a:ext>
            </a:extLst>
          </p:cNvPr>
          <p:cNvSpPr/>
          <p:nvPr/>
        </p:nvSpPr>
        <p:spPr>
          <a:xfrm>
            <a:off x="4289269" y="3661912"/>
            <a:ext cx="406663" cy="10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AC9B659-13CD-53D3-993C-F0311DD3E1AC}"/>
              </a:ext>
            </a:extLst>
          </p:cNvPr>
          <p:cNvSpPr txBox="1"/>
          <p:nvPr/>
        </p:nvSpPr>
        <p:spPr>
          <a:xfrm>
            <a:off x="4248783" y="3630076"/>
            <a:ext cx="487634" cy="184666"/>
          </a:xfrm>
          <a:prstGeom prst="rect">
            <a:avLst/>
          </a:prstGeom>
          <a:noFill/>
        </p:spPr>
        <p:txBody>
          <a:bodyPr wrap="square" rtlCol="0">
            <a:spAutoFit/>
          </a:bodyPr>
          <a:lstStyle/>
          <a:p>
            <a:r>
              <a:rPr lang="en-US" sz="600" dirty="0"/>
              <a:t>“ONION”</a:t>
            </a:r>
          </a:p>
        </p:txBody>
      </p:sp>
      <p:pic>
        <p:nvPicPr>
          <p:cNvPr id="43" name="Picture 42" descr="The image shows a person holding their hand up in a room with various kitchen appliances and a window with blurred light filtering through.&#10;&#10;AI-generated content may be incorrect.">
            <a:extLst>
              <a:ext uri="{FF2B5EF4-FFF2-40B4-BE49-F238E27FC236}">
                <a16:creationId xmlns:a16="http://schemas.microsoft.com/office/drawing/2014/main" id="{ECF5D66D-750D-9A59-4526-DDD624160FE7}"/>
              </a:ext>
            </a:extLst>
          </p:cNvPr>
          <p:cNvPicPr>
            <a:picLocks noChangeAspect="1"/>
          </p:cNvPicPr>
          <p:nvPr/>
        </p:nvPicPr>
        <p:blipFill>
          <a:blip r:embed="rId6"/>
          <a:srcRect l="9936" r="1"/>
          <a:stretch>
            <a:fillRect/>
          </a:stretch>
        </p:blipFill>
        <p:spPr>
          <a:xfrm>
            <a:off x="7600605" y="3223315"/>
            <a:ext cx="983202" cy="675800"/>
          </a:xfrm>
          <a:prstGeom prst="rect">
            <a:avLst/>
          </a:prstGeom>
          <a:ln>
            <a:solidFill>
              <a:schemeClr val="bg1">
                <a:lumMod val="10000"/>
              </a:schemeClr>
            </a:solidFill>
          </a:ln>
        </p:spPr>
      </p:pic>
      <p:sp>
        <p:nvSpPr>
          <p:cNvPr id="45" name="Rectangle 44">
            <a:extLst>
              <a:ext uri="{FF2B5EF4-FFF2-40B4-BE49-F238E27FC236}">
                <a16:creationId xmlns:a16="http://schemas.microsoft.com/office/drawing/2014/main" id="{F54FC035-35B1-20DF-8847-0DE29345F193}"/>
              </a:ext>
            </a:extLst>
          </p:cNvPr>
          <p:cNvSpPr/>
          <p:nvPr/>
        </p:nvSpPr>
        <p:spPr>
          <a:xfrm>
            <a:off x="8099997" y="3729004"/>
            <a:ext cx="406663" cy="10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8001AF4-6619-23A3-5202-DA51E8113C51}"/>
              </a:ext>
            </a:extLst>
          </p:cNvPr>
          <p:cNvSpPr txBox="1"/>
          <p:nvPr/>
        </p:nvSpPr>
        <p:spPr>
          <a:xfrm>
            <a:off x="8059511" y="3697168"/>
            <a:ext cx="487634" cy="184666"/>
          </a:xfrm>
          <a:prstGeom prst="rect">
            <a:avLst/>
          </a:prstGeom>
          <a:noFill/>
        </p:spPr>
        <p:txBody>
          <a:bodyPr wrap="square" rtlCol="0">
            <a:spAutoFit/>
          </a:bodyPr>
          <a:lstStyle/>
          <a:p>
            <a:pPr algn="ctr"/>
            <a:r>
              <a:rPr lang="en-US" sz="600" dirty="0"/>
              <a:t>“APPLE”</a:t>
            </a:r>
          </a:p>
        </p:txBody>
      </p:sp>
      <p:sp>
        <p:nvSpPr>
          <p:cNvPr id="48" name="Arc 47">
            <a:extLst>
              <a:ext uri="{FF2B5EF4-FFF2-40B4-BE49-F238E27FC236}">
                <a16:creationId xmlns:a16="http://schemas.microsoft.com/office/drawing/2014/main" id="{145CEAA1-60B0-49FF-1214-B777D40F645D}"/>
              </a:ext>
            </a:extLst>
          </p:cNvPr>
          <p:cNvSpPr/>
          <p:nvPr/>
        </p:nvSpPr>
        <p:spPr>
          <a:xfrm rot="18363453">
            <a:off x="2644915" y="2251271"/>
            <a:ext cx="1030070" cy="794355"/>
          </a:xfrm>
          <a:prstGeom prst="arc">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a:extLst>
              <a:ext uri="{FF2B5EF4-FFF2-40B4-BE49-F238E27FC236}">
                <a16:creationId xmlns:a16="http://schemas.microsoft.com/office/drawing/2014/main" id="{3297ABF8-A681-C3DD-598E-1D5F8309356D}"/>
              </a:ext>
            </a:extLst>
          </p:cNvPr>
          <p:cNvSpPr/>
          <p:nvPr/>
        </p:nvSpPr>
        <p:spPr>
          <a:xfrm rot="10238112">
            <a:off x="3097140" y="2666483"/>
            <a:ext cx="1487734" cy="1034109"/>
          </a:xfrm>
          <a:prstGeom prst="arc">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Arc 51">
            <a:extLst>
              <a:ext uri="{FF2B5EF4-FFF2-40B4-BE49-F238E27FC236}">
                <a16:creationId xmlns:a16="http://schemas.microsoft.com/office/drawing/2014/main" id="{B78BD1D0-BFF7-E02E-515A-BF435DB18CD3}"/>
              </a:ext>
            </a:extLst>
          </p:cNvPr>
          <p:cNvSpPr/>
          <p:nvPr/>
        </p:nvSpPr>
        <p:spPr>
          <a:xfrm rot="18363453">
            <a:off x="6188418" y="2429958"/>
            <a:ext cx="1116055" cy="878993"/>
          </a:xfrm>
          <a:prstGeom prst="arc">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Arc 53">
            <a:extLst>
              <a:ext uri="{FF2B5EF4-FFF2-40B4-BE49-F238E27FC236}">
                <a16:creationId xmlns:a16="http://schemas.microsoft.com/office/drawing/2014/main" id="{19F20692-4CD3-0B74-2AB2-86C26627E3F8}"/>
              </a:ext>
            </a:extLst>
          </p:cNvPr>
          <p:cNvSpPr/>
          <p:nvPr/>
        </p:nvSpPr>
        <p:spPr>
          <a:xfrm rot="10238112">
            <a:off x="6667506" y="2604356"/>
            <a:ext cx="1487734" cy="1034109"/>
          </a:xfrm>
          <a:prstGeom prst="arc">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602234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B478A-205F-7C6D-7681-E10E6A011E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AB487-8CF2-3ED6-A9C0-A73F0D760864}"/>
              </a:ext>
            </a:extLst>
          </p:cNvPr>
          <p:cNvSpPr>
            <a:spLocks noGrp="1"/>
          </p:cNvSpPr>
          <p:nvPr>
            <p:ph type="title"/>
          </p:nvPr>
        </p:nvSpPr>
        <p:spPr>
          <a:xfrm>
            <a:off x="720000" y="373503"/>
            <a:ext cx="7704000" cy="572700"/>
          </a:xfrm>
        </p:spPr>
        <p:txBody>
          <a:bodyPr/>
          <a:lstStyle/>
          <a:p>
            <a:pPr algn="ctr"/>
            <a:r>
              <a:rPr lang="en-US" sz="2400" dirty="0"/>
              <a:t>We test if zero-shot embeddings from models </a:t>
            </a:r>
            <a:br>
              <a:rPr lang="en-US" sz="2400" dirty="0"/>
            </a:br>
            <a:r>
              <a:rPr lang="en-US" sz="2400" dirty="0"/>
              <a:t>can distinguish minimal pairs</a:t>
            </a:r>
          </a:p>
        </p:txBody>
      </p:sp>
      <p:cxnSp>
        <p:nvCxnSpPr>
          <p:cNvPr id="3" name="Straight Arrow Connector 2">
            <a:extLst>
              <a:ext uri="{FF2B5EF4-FFF2-40B4-BE49-F238E27FC236}">
                <a16:creationId xmlns:a16="http://schemas.microsoft.com/office/drawing/2014/main" id="{E758CCDB-ABF8-EED1-7D39-30BF850DCDF2}"/>
              </a:ext>
            </a:extLst>
          </p:cNvPr>
          <p:cNvCxnSpPr>
            <a:cxnSpLocks/>
          </p:cNvCxnSpPr>
          <p:nvPr/>
        </p:nvCxnSpPr>
        <p:spPr>
          <a:xfrm flipV="1">
            <a:off x="1663547" y="1867383"/>
            <a:ext cx="0" cy="2429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F85DA814-C545-5777-6639-73D7E1E85CC8}"/>
              </a:ext>
            </a:extLst>
          </p:cNvPr>
          <p:cNvCxnSpPr>
            <a:cxnSpLocks/>
          </p:cNvCxnSpPr>
          <p:nvPr/>
        </p:nvCxnSpPr>
        <p:spPr>
          <a:xfrm>
            <a:off x="1663547" y="4296578"/>
            <a:ext cx="6141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Oval 6">
            <a:extLst>
              <a:ext uri="{FF2B5EF4-FFF2-40B4-BE49-F238E27FC236}">
                <a16:creationId xmlns:a16="http://schemas.microsoft.com/office/drawing/2014/main" id="{DCA2071D-BC55-FC3A-559C-EB2338F25241}"/>
              </a:ext>
            </a:extLst>
          </p:cNvPr>
          <p:cNvSpPr/>
          <p:nvPr/>
        </p:nvSpPr>
        <p:spPr>
          <a:xfrm>
            <a:off x="6828985" y="2958006"/>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98B7428-E552-9B1B-E07C-33345B297B4C}"/>
              </a:ext>
            </a:extLst>
          </p:cNvPr>
          <p:cNvSpPr/>
          <p:nvPr/>
        </p:nvSpPr>
        <p:spPr>
          <a:xfrm>
            <a:off x="6314864" y="3424386"/>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92431F7-5EA2-7FF9-635B-B9B26A0D8009}"/>
              </a:ext>
            </a:extLst>
          </p:cNvPr>
          <p:cNvSpPr/>
          <p:nvPr/>
        </p:nvSpPr>
        <p:spPr>
          <a:xfrm>
            <a:off x="6422277" y="2993223"/>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4A18E22-CE7C-68B9-BBAD-E7E6EF305FA7}"/>
              </a:ext>
            </a:extLst>
          </p:cNvPr>
          <p:cNvSpPr/>
          <p:nvPr/>
        </p:nvSpPr>
        <p:spPr>
          <a:xfrm>
            <a:off x="6169544" y="2639628"/>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B279E4B-105F-9F54-F65D-BF2066998497}"/>
              </a:ext>
            </a:extLst>
          </p:cNvPr>
          <p:cNvSpPr/>
          <p:nvPr/>
        </p:nvSpPr>
        <p:spPr>
          <a:xfrm>
            <a:off x="5892286" y="3169872"/>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D7B60BF-3E1F-0E31-B0DB-73BD9FB4ADB3}"/>
              </a:ext>
            </a:extLst>
          </p:cNvPr>
          <p:cNvSpPr/>
          <p:nvPr/>
        </p:nvSpPr>
        <p:spPr>
          <a:xfrm>
            <a:off x="3174792" y="2676025"/>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9D6ABE2-CAEA-DC17-714A-712EB8655F54}"/>
              </a:ext>
            </a:extLst>
          </p:cNvPr>
          <p:cNvSpPr/>
          <p:nvPr/>
        </p:nvSpPr>
        <p:spPr>
          <a:xfrm>
            <a:off x="2478893" y="325542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6A0718D-F034-BED4-7126-1EA5A0D3C584}"/>
              </a:ext>
            </a:extLst>
          </p:cNvPr>
          <p:cNvSpPr/>
          <p:nvPr/>
        </p:nvSpPr>
        <p:spPr>
          <a:xfrm>
            <a:off x="2633925" y="2430653"/>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EE19D05-E9C2-1200-8DA9-85D8C628A548}"/>
              </a:ext>
            </a:extLst>
          </p:cNvPr>
          <p:cNvSpPr/>
          <p:nvPr/>
        </p:nvSpPr>
        <p:spPr>
          <a:xfrm>
            <a:off x="2959965" y="301950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22E748B-9F35-727A-3A7C-6E3A6E5C6D9C}"/>
              </a:ext>
            </a:extLst>
          </p:cNvPr>
          <p:cNvSpPr/>
          <p:nvPr/>
        </p:nvSpPr>
        <p:spPr>
          <a:xfrm>
            <a:off x="3391846" y="325542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Google Shape;290;p33">
            <a:extLst>
              <a:ext uri="{FF2B5EF4-FFF2-40B4-BE49-F238E27FC236}">
                <a16:creationId xmlns:a16="http://schemas.microsoft.com/office/drawing/2014/main" id="{AE5F716B-FF3F-679E-E9AB-04117F44EF2C}"/>
              </a:ext>
            </a:extLst>
          </p:cNvPr>
          <p:cNvSpPr txBox="1">
            <a:spLocks/>
          </p:cNvSpPr>
          <p:nvPr/>
        </p:nvSpPr>
        <p:spPr>
          <a:xfrm>
            <a:off x="1228380" y="1314680"/>
            <a:ext cx="6687239"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If the distance between people performing </a:t>
            </a:r>
            <a:r>
              <a:rPr lang="nn-NO" b="1" dirty="0">
                <a:solidFill>
                  <a:srgbClr val="00B0F0"/>
                </a:solidFill>
              </a:rPr>
              <a:t>the same</a:t>
            </a:r>
            <a:r>
              <a:rPr lang="nn-NO" dirty="0">
                <a:solidFill>
                  <a:srgbClr val="00B0F0"/>
                </a:solidFill>
              </a:rPr>
              <a:t> </a:t>
            </a:r>
            <a:r>
              <a:rPr lang="nn-NO" dirty="0"/>
              <a:t>sign</a:t>
            </a:r>
            <a:br>
              <a:rPr lang="nn-NO" dirty="0"/>
            </a:br>
            <a:r>
              <a:rPr lang="nn-NO" dirty="0"/>
              <a:t>is </a:t>
            </a:r>
            <a:r>
              <a:rPr lang="nn-NO" b="1" dirty="0"/>
              <a:t>bigger</a:t>
            </a:r>
            <a:r>
              <a:rPr lang="nn-NO" dirty="0"/>
              <a:t> than people performing </a:t>
            </a:r>
            <a:r>
              <a:rPr lang="nn-NO" b="1" dirty="0">
                <a:solidFill>
                  <a:srgbClr val="FFC000"/>
                </a:solidFill>
              </a:rPr>
              <a:t>different</a:t>
            </a:r>
            <a:r>
              <a:rPr lang="nn-NO" dirty="0"/>
              <a:t> signs...</a:t>
            </a:r>
          </a:p>
        </p:txBody>
      </p:sp>
      <p:cxnSp>
        <p:nvCxnSpPr>
          <p:cNvPr id="12" name="Straight Arrow Connector 11">
            <a:extLst>
              <a:ext uri="{FF2B5EF4-FFF2-40B4-BE49-F238E27FC236}">
                <a16:creationId xmlns:a16="http://schemas.microsoft.com/office/drawing/2014/main" id="{7986261F-445D-C9EF-6A50-014B95803DFD}"/>
              </a:ext>
            </a:extLst>
          </p:cNvPr>
          <p:cNvCxnSpPr/>
          <p:nvPr/>
        </p:nvCxnSpPr>
        <p:spPr>
          <a:xfrm>
            <a:off x="2890838" y="2595563"/>
            <a:ext cx="247650" cy="119062"/>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2C28EB9-33CD-481C-9320-DDC7BF2C81FB}"/>
              </a:ext>
            </a:extLst>
          </p:cNvPr>
          <p:cNvCxnSpPr>
            <a:cxnSpLocks/>
          </p:cNvCxnSpPr>
          <p:nvPr/>
        </p:nvCxnSpPr>
        <p:spPr>
          <a:xfrm>
            <a:off x="3337900" y="2932941"/>
            <a:ext cx="116681" cy="284103"/>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98A6F6B-B6F0-D942-F59C-B5064FE3BF3A}"/>
              </a:ext>
            </a:extLst>
          </p:cNvPr>
          <p:cNvCxnSpPr>
            <a:cxnSpLocks/>
          </p:cNvCxnSpPr>
          <p:nvPr/>
        </p:nvCxnSpPr>
        <p:spPr>
          <a:xfrm flipV="1">
            <a:off x="2741338" y="3161814"/>
            <a:ext cx="178684" cy="141031"/>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52E7CD6-87C9-DD0B-D8F0-B21EA58DAE6A}"/>
              </a:ext>
            </a:extLst>
          </p:cNvPr>
          <p:cNvCxnSpPr>
            <a:cxnSpLocks/>
          </p:cNvCxnSpPr>
          <p:nvPr/>
        </p:nvCxnSpPr>
        <p:spPr>
          <a:xfrm flipV="1">
            <a:off x="6162401" y="3144250"/>
            <a:ext cx="221970" cy="82972"/>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AD7920A-74FD-A99F-E03B-180FE323551B}"/>
              </a:ext>
            </a:extLst>
          </p:cNvPr>
          <p:cNvCxnSpPr>
            <a:cxnSpLocks/>
          </p:cNvCxnSpPr>
          <p:nvPr/>
        </p:nvCxnSpPr>
        <p:spPr>
          <a:xfrm>
            <a:off x="6420675" y="2787708"/>
            <a:ext cx="373031" cy="196103"/>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9D826C4-B6BA-4BE8-2B80-F5ACA45E8A6E}"/>
              </a:ext>
            </a:extLst>
          </p:cNvPr>
          <p:cNvCxnSpPr>
            <a:cxnSpLocks/>
          </p:cNvCxnSpPr>
          <p:nvPr/>
        </p:nvCxnSpPr>
        <p:spPr>
          <a:xfrm flipV="1">
            <a:off x="6529690" y="3161814"/>
            <a:ext cx="299295" cy="244472"/>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4DAA9E4-D4E4-BE38-B00A-705A4B3AFD96}"/>
              </a:ext>
            </a:extLst>
          </p:cNvPr>
          <p:cNvCxnSpPr/>
          <p:nvPr/>
        </p:nvCxnSpPr>
        <p:spPr>
          <a:xfrm flipV="1">
            <a:off x="3454581" y="2741532"/>
            <a:ext cx="2652532" cy="36397"/>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FAE53FD-B381-76FB-2558-D39393B91A84}"/>
              </a:ext>
            </a:extLst>
          </p:cNvPr>
          <p:cNvCxnSpPr>
            <a:cxnSpLocks/>
          </p:cNvCxnSpPr>
          <p:nvPr/>
        </p:nvCxnSpPr>
        <p:spPr>
          <a:xfrm flipV="1">
            <a:off x="3665870" y="3284011"/>
            <a:ext cx="2130093" cy="51883"/>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3BF08BD-2DA6-1320-E750-88F059B38831}"/>
              </a:ext>
            </a:extLst>
          </p:cNvPr>
          <p:cNvCxnSpPr>
            <a:cxnSpLocks/>
          </p:cNvCxnSpPr>
          <p:nvPr/>
        </p:nvCxnSpPr>
        <p:spPr>
          <a:xfrm>
            <a:off x="2768166" y="3419834"/>
            <a:ext cx="3472253" cy="155567"/>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Google Shape;290;p33">
            <a:extLst>
              <a:ext uri="{FF2B5EF4-FFF2-40B4-BE49-F238E27FC236}">
                <a16:creationId xmlns:a16="http://schemas.microsoft.com/office/drawing/2014/main" id="{93B33A69-08FC-A737-F430-FE8A76145495}"/>
              </a:ext>
            </a:extLst>
          </p:cNvPr>
          <p:cNvSpPr txBox="1">
            <a:spLocks/>
          </p:cNvSpPr>
          <p:nvPr/>
        </p:nvSpPr>
        <p:spPr>
          <a:xfrm>
            <a:off x="1523656" y="2241777"/>
            <a:ext cx="6687239" cy="3366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Minimal pair is distinguishable</a:t>
            </a:r>
          </a:p>
        </p:txBody>
      </p:sp>
    </p:spTree>
    <p:extLst>
      <p:ext uri="{BB962C8B-B14F-4D97-AF65-F5344CB8AC3E}">
        <p14:creationId xmlns:p14="http://schemas.microsoft.com/office/powerpoint/2010/main" val="127223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6"/>
                                        </p:tgtEl>
                                        <p:attrNameLst>
                                          <p:attrName>style.visibility</p:attrName>
                                        </p:attrNameLst>
                                      </p:cBhvr>
                                      <p:to>
                                        <p:strVal val="visible"/>
                                      </p:to>
                                    </p:set>
                                    <p:animEffect transition="in" filter="fade">
                                      <p:cBhvr>
                                        <p:cTn id="3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A9B97-9265-117E-AE17-D3D392ABE0A3}"/>
            </a:ext>
          </a:extLst>
        </p:cNvPr>
        <p:cNvGrpSpPr/>
        <p:nvPr/>
      </p:nvGrpSpPr>
      <p:grpSpPr>
        <a:xfrm>
          <a:off x="0" y="0"/>
          <a:ext cx="0" cy="0"/>
          <a:chOff x="0" y="0"/>
          <a:chExt cx="0" cy="0"/>
        </a:xfrm>
      </p:grpSpPr>
      <p:cxnSp>
        <p:nvCxnSpPr>
          <p:cNvPr id="3" name="Straight Arrow Connector 2">
            <a:extLst>
              <a:ext uri="{FF2B5EF4-FFF2-40B4-BE49-F238E27FC236}">
                <a16:creationId xmlns:a16="http://schemas.microsoft.com/office/drawing/2014/main" id="{84725F21-8AE1-E47D-2D95-B625C11567AA}"/>
              </a:ext>
            </a:extLst>
          </p:cNvPr>
          <p:cNvCxnSpPr>
            <a:cxnSpLocks/>
          </p:cNvCxnSpPr>
          <p:nvPr/>
        </p:nvCxnSpPr>
        <p:spPr>
          <a:xfrm flipV="1">
            <a:off x="1663547" y="1867383"/>
            <a:ext cx="0" cy="24291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 name="Straight Arrow Connector 3">
            <a:extLst>
              <a:ext uri="{FF2B5EF4-FFF2-40B4-BE49-F238E27FC236}">
                <a16:creationId xmlns:a16="http://schemas.microsoft.com/office/drawing/2014/main" id="{BC405EE9-6DF8-C8B8-31CF-2CA65B750D34}"/>
              </a:ext>
            </a:extLst>
          </p:cNvPr>
          <p:cNvCxnSpPr>
            <a:cxnSpLocks/>
          </p:cNvCxnSpPr>
          <p:nvPr/>
        </p:nvCxnSpPr>
        <p:spPr>
          <a:xfrm>
            <a:off x="1663547" y="4296578"/>
            <a:ext cx="61419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Oval 9">
            <a:extLst>
              <a:ext uri="{FF2B5EF4-FFF2-40B4-BE49-F238E27FC236}">
                <a16:creationId xmlns:a16="http://schemas.microsoft.com/office/drawing/2014/main" id="{FC294935-4729-80ED-BE39-F68D0F052160}"/>
              </a:ext>
            </a:extLst>
          </p:cNvPr>
          <p:cNvSpPr/>
          <p:nvPr/>
        </p:nvSpPr>
        <p:spPr>
          <a:xfrm>
            <a:off x="4965493" y="2546985"/>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DB299DF-EEB1-7227-900F-6C5465EF3955}"/>
              </a:ext>
            </a:extLst>
          </p:cNvPr>
          <p:cNvSpPr/>
          <p:nvPr/>
        </p:nvSpPr>
        <p:spPr>
          <a:xfrm>
            <a:off x="3182026" y="3439815"/>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8438438-1FA2-CB51-4E66-FE091938666A}"/>
              </a:ext>
            </a:extLst>
          </p:cNvPr>
          <p:cNvSpPr/>
          <p:nvPr/>
        </p:nvSpPr>
        <p:spPr>
          <a:xfrm>
            <a:off x="3991238" y="2401813"/>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38CC978-07CA-8FC7-D4B2-6C2FEA0931C0}"/>
              </a:ext>
            </a:extLst>
          </p:cNvPr>
          <p:cNvSpPr/>
          <p:nvPr/>
        </p:nvSpPr>
        <p:spPr>
          <a:xfrm>
            <a:off x="4317278" y="2990667"/>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16E8B40-EC0C-FB21-C232-59D0F362CDD0}"/>
              </a:ext>
            </a:extLst>
          </p:cNvPr>
          <p:cNvSpPr/>
          <p:nvPr/>
        </p:nvSpPr>
        <p:spPr>
          <a:xfrm>
            <a:off x="5130159" y="3643623"/>
            <a:ext cx="214827" cy="203808"/>
          </a:xfrm>
          <a:prstGeom prst="ellipse">
            <a:avLst/>
          </a:prstGeom>
          <a:solidFill>
            <a:srgbClr val="A66BD3"/>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AFAE785D-0ABA-3A7A-AFFB-72167E70F3DC}"/>
              </a:ext>
            </a:extLst>
          </p:cNvPr>
          <p:cNvSpPr/>
          <p:nvPr/>
        </p:nvSpPr>
        <p:spPr>
          <a:xfrm>
            <a:off x="5476435" y="2978014"/>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19F3571-42C9-F8DC-A72F-BC8C84E5D7E1}"/>
              </a:ext>
            </a:extLst>
          </p:cNvPr>
          <p:cNvSpPr/>
          <p:nvPr/>
        </p:nvSpPr>
        <p:spPr>
          <a:xfrm>
            <a:off x="3647793" y="2999042"/>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7FF0DD0-7302-E05C-FD69-5A4153D393E0}"/>
              </a:ext>
            </a:extLst>
          </p:cNvPr>
          <p:cNvSpPr/>
          <p:nvPr/>
        </p:nvSpPr>
        <p:spPr>
          <a:xfrm>
            <a:off x="4078078" y="3313969"/>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179E18A-30E0-D1AD-D478-3E36E3ED5200}"/>
              </a:ext>
            </a:extLst>
          </p:cNvPr>
          <p:cNvSpPr/>
          <p:nvPr/>
        </p:nvSpPr>
        <p:spPr>
          <a:xfrm>
            <a:off x="4397894" y="2535168"/>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004BDCED-FF4C-7042-E703-2738823690D9}"/>
              </a:ext>
            </a:extLst>
          </p:cNvPr>
          <p:cNvSpPr/>
          <p:nvPr/>
        </p:nvSpPr>
        <p:spPr>
          <a:xfrm>
            <a:off x="3862620" y="3596271"/>
            <a:ext cx="214827" cy="203808"/>
          </a:xfrm>
          <a:prstGeom prst="ellipse">
            <a:avLst/>
          </a:prstGeom>
          <a:solidFill>
            <a:srgbClr val="6AC4C0"/>
          </a:solidFill>
          <a:ln>
            <a:solidFill>
              <a:srgbClr val="46B0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Google Shape;290;p33">
            <a:extLst>
              <a:ext uri="{FF2B5EF4-FFF2-40B4-BE49-F238E27FC236}">
                <a16:creationId xmlns:a16="http://schemas.microsoft.com/office/drawing/2014/main" id="{D42DEF4F-50DF-4086-F0C0-82F35A1396A2}"/>
              </a:ext>
            </a:extLst>
          </p:cNvPr>
          <p:cNvSpPr txBox="1">
            <a:spLocks/>
          </p:cNvSpPr>
          <p:nvPr/>
        </p:nvSpPr>
        <p:spPr>
          <a:xfrm>
            <a:off x="1228380" y="1314680"/>
            <a:ext cx="6687239"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If the distance between people performing </a:t>
            </a:r>
            <a:r>
              <a:rPr lang="nn-NO" b="1" dirty="0">
                <a:solidFill>
                  <a:srgbClr val="00B0F0"/>
                </a:solidFill>
              </a:rPr>
              <a:t>the same</a:t>
            </a:r>
            <a:r>
              <a:rPr lang="nn-NO" dirty="0">
                <a:solidFill>
                  <a:srgbClr val="00B0F0"/>
                </a:solidFill>
              </a:rPr>
              <a:t> </a:t>
            </a:r>
            <a:r>
              <a:rPr lang="nn-NO" dirty="0"/>
              <a:t>sign</a:t>
            </a:r>
            <a:br>
              <a:rPr lang="nn-NO" dirty="0"/>
            </a:br>
            <a:r>
              <a:rPr lang="nn-NO" dirty="0"/>
              <a:t>is </a:t>
            </a:r>
            <a:r>
              <a:rPr lang="nn-NO" b="1" dirty="0"/>
              <a:t>the same or smaller</a:t>
            </a:r>
            <a:r>
              <a:rPr lang="nn-NO" dirty="0"/>
              <a:t> than people performing </a:t>
            </a:r>
            <a:r>
              <a:rPr lang="nn-NO" b="1" dirty="0">
                <a:solidFill>
                  <a:srgbClr val="FFC000"/>
                </a:solidFill>
              </a:rPr>
              <a:t>different</a:t>
            </a:r>
            <a:r>
              <a:rPr lang="nn-NO" dirty="0"/>
              <a:t> signs...</a:t>
            </a:r>
          </a:p>
        </p:txBody>
      </p:sp>
      <p:cxnSp>
        <p:nvCxnSpPr>
          <p:cNvPr id="31" name="Straight Arrow Connector 30">
            <a:extLst>
              <a:ext uri="{FF2B5EF4-FFF2-40B4-BE49-F238E27FC236}">
                <a16:creationId xmlns:a16="http://schemas.microsoft.com/office/drawing/2014/main" id="{AEB613FC-3ACF-915F-4241-FB28364F8C4A}"/>
              </a:ext>
            </a:extLst>
          </p:cNvPr>
          <p:cNvCxnSpPr>
            <a:cxnSpLocks/>
          </p:cNvCxnSpPr>
          <p:nvPr/>
        </p:nvCxnSpPr>
        <p:spPr>
          <a:xfrm>
            <a:off x="4240846" y="2445425"/>
            <a:ext cx="697091" cy="126325"/>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24E52D8-CA50-B2AA-D3C1-D6CA459DE5C6}"/>
              </a:ext>
            </a:extLst>
          </p:cNvPr>
          <p:cNvCxnSpPr>
            <a:cxnSpLocks/>
          </p:cNvCxnSpPr>
          <p:nvPr/>
        </p:nvCxnSpPr>
        <p:spPr>
          <a:xfrm>
            <a:off x="4667250" y="2726028"/>
            <a:ext cx="766763" cy="303381"/>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4DFCB61-B214-95B1-018C-DD053F8FF7D1}"/>
              </a:ext>
            </a:extLst>
          </p:cNvPr>
          <p:cNvCxnSpPr>
            <a:cxnSpLocks/>
          </p:cNvCxnSpPr>
          <p:nvPr/>
        </p:nvCxnSpPr>
        <p:spPr>
          <a:xfrm>
            <a:off x="4521300" y="3194475"/>
            <a:ext cx="608859" cy="418917"/>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BE03C42-FD28-9C10-29B2-D7AEFB97BF73}"/>
              </a:ext>
            </a:extLst>
          </p:cNvPr>
          <p:cNvCxnSpPr>
            <a:cxnSpLocks/>
          </p:cNvCxnSpPr>
          <p:nvPr/>
        </p:nvCxnSpPr>
        <p:spPr>
          <a:xfrm flipV="1">
            <a:off x="3457771" y="3117615"/>
            <a:ext cx="783075" cy="349504"/>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24A7B6C-38A2-7E8B-830E-30092E99E2A5}"/>
              </a:ext>
            </a:extLst>
          </p:cNvPr>
          <p:cNvCxnSpPr>
            <a:cxnSpLocks/>
          </p:cNvCxnSpPr>
          <p:nvPr/>
        </p:nvCxnSpPr>
        <p:spPr>
          <a:xfrm flipV="1">
            <a:off x="3887525" y="2694614"/>
            <a:ext cx="481488" cy="312176"/>
          </a:xfrm>
          <a:prstGeom prst="straightConnector1">
            <a:avLst/>
          </a:prstGeom>
          <a:ln>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3E09E40-B982-F386-561B-4A37F178A50F}"/>
              </a:ext>
            </a:extLst>
          </p:cNvPr>
          <p:cNvCxnSpPr>
            <a:cxnSpLocks/>
          </p:cNvCxnSpPr>
          <p:nvPr/>
        </p:nvCxnSpPr>
        <p:spPr>
          <a:xfrm>
            <a:off x="4206065" y="2513775"/>
            <a:ext cx="191829" cy="125999"/>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5D8AA84-976D-CEE3-22D1-F6E9BEBBD47D}"/>
              </a:ext>
            </a:extLst>
          </p:cNvPr>
          <p:cNvCxnSpPr>
            <a:cxnSpLocks/>
          </p:cNvCxnSpPr>
          <p:nvPr/>
        </p:nvCxnSpPr>
        <p:spPr>
          <a:xfrm>
            <a:off x="4560662" y="2763315"/>
            <a:ext cx="676910" cy="802193"/>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F6C3628-C439-4965-A264-4433618B0295}"/>
              </a:ext>
            </a:extLst>
          </p:cNvPr>
          <p:cNvCxnSpPr>
            <a:cxnSpLocks/>
          </p:cNvCxnSpPr>
          <p:nvPr/>
        </p:nvCxnSpPr>
        <p:spPr>
          <a:xfrm flipV="1">
            <a:off x="3500760" y="3415873"/>
            <a:ext cx="507397" cy="101904"/>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71315DE-5C01-A80D-AE62-CBACFEBEF509}"/>
              </a:ext>
            </a:extLst>
          </p:cNvPr>
          <p:cNvCxnSpPr>
            <a:cxnSpLocks/>
          </p:cNvCxnSpPr>
          <p:nvPr/>
        </p:nvCxnSpPr>
        <p:spPr>
          <a:xfrm flipV="1">
            <a:off x="3775981" y="2625254"/>
            <a:ext cx="232175" cy="333710"/>
          </a:xfrm>
          <a:prstGeom prst="straightConnector1">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Google Shape;290;p33">
            <a:extLst>
              <a:ext uri="{FF2B5EF4-FFF2-40B4-BE49-F238E27FC236}">
                <a16:creationId xmlns:a16="http://schemas.microsoft.com/office/drawing/2014/main" id="{CA576D1B-8192-5F42-8265-DEEA8827A6C7}"/>
              </a:ext>
            </a:extLst>
          </p:cNvPr>
          <p:cNvSpPr txBox="1">
            <a:spLocks/>
          </p:cNvSpPr>
          <p:nvPr/>
        </p:nvSpPr>
        <p:spPr>
          <a:xfrm>
            <a:off x="3076231" y="3288959"/>
            <a:ext cx="6687239" cy="3366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Minimal pair is </a:t>
            </a:r>
            <a:br>
              <a:rPr lang="nn-NO" dirty="0"/>
            </a:br>
            <a:r>
              <a:rPr lang="nn-NO" b="1" dirty="0"/>
              <a:t>not </a:t>
            </a:r>
            <a:r>
              <a:rPr lang="nn-NO" dirty="0"/>
              <a:t>distinguishable</a:t>
            </a:r>
          </a:p>
        </p:txBody>
      </p:sp>
      <p:sp>
        <p:nvSpPr>
          <p:cNvPr id="55" name="Title 1">
            <a:extLst>
              <a:ext uri="{FF2B5EF4-FFF2-40B4-BE49-F238E27FC236}">
                <a16:creationId xmlns:a16="http://schemas.microsoft.com/office/drawing/2014/main" id="{CEA394DA-706B-B712-5654-3BD2C369925F}"/>
              </a:ext>
            </a:extLst>
          </p:cNvPr>
          <p:cNvSpPr>
            <a:spLocks noGrp="1"/>
          </p:cNvSpPr>
          <p:nvPr>
            <p:ph type="title"/>
          </p:nvPr>
        </p:nvSpPr>
        <p:spPr>
          <a:xfrm>
            <a:off x="720000" y="373503"/>
            <a:ext cx="7704000" cy="572700"/>
          </a:xfrm>
        </p:spPr>
        <p:txBody>
          <a:bodyPr/>
          <a:lstStyle/>
          <a:p>
            <a:pPr algn="ctr"/>
            <a:r>
              <a:rPr lang="en-US" sz="2400" dirty="0"/>
              <a:t>We test if zero-shot embeddings from models </a:t>
            </a:r>
            <a:br>
              <a:rPr lang="en-US" sz="2400" dirty="0"/>
            </a:br>
            <a:r>
              <a:rPr lang="en-US" sz="2400" dirty="0"/>
              <a:t>can distinguish minimal pairs</a:t>
            </a:r>
          </a:p>
        </p:txBody>
      </p:sp>
    </p:spTree>
    <p:extLst>
      <p:ext uri="{BB962C8B-B14F-4D97-AF65-F5344CB8AC3E}">
        <p14:creationId xmlns:p14="http://schemas.microsoft.com/office/powerpoint/2010/main" val="3446145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par>
                                <p:cTn id="23" presetID="10"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par>
                                <p:cTn id="26" presetID="10" presetClass="entr" presetSubtype="0" fill="hold"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par>
                                <p:cTn id="29" presetID="10"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fade">
                                      <p:cBhvr>
                                        <p:cTn id="31" dur="500"/>
                                        <p:tgtEl>
                                          <p:spTgt spid="5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D9EE5-A160-1E8B-93EE-B93B04198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52E40-CF3F-CE59-2E48-9B24D69E57BD}"/>
              </a:ext>
            </a:extLst>
          </p:cNvPr>
          <p:cNvSpPr>
            <a:spLocks noGrp="1"/>
          </p:cNvSpPr>
          <p:nvPr>
            <p:ph type="title"/>
          </p:nvPr>
        </p:nvSpPr>
        <p:spPr>
          <a:xfrm>
            <a:off x="720000" y="428500"/>
            <a:ext cx="7704000" cy="572700"/>
          </a:xfrm>
        </p:spPr>
        <p:txBody>
          <a:bodyPr/>
          <a:lstStyle/>
          <a:p>
            <a:pPr algn="ctr"/>
            <a:r>
              <a:rPr lang="en-US" sz="2400" dirty="0"/>
              <a:t>Training on sign language recognition is </a:t>
            </a:r>
            <a:br>
              <a:rPr lang="en-US" sz="2400" dirty="0"/>
            </a:br>
            <a:r>
              <a:rPr lang="en-US" sz="2400" dirty="0"/>
              <a:t>essential to sensitivity to phonological changes</a:t>
            </a:r>
          </a:p>
        </p:txBody>
      </p:sp>
      <p:sp>
        <p:nvSpPr>
          <p:cNvPr id="4" name="Google Shape;290;p33">
            <a:extLst>
              <a:ext uri="{FF2B5EF4-FFF2-40B4-BE49-F238E27FC236}">
                <a16:creationId xmlns:a16="http://schemas.microsoft.com/office/drawing/2014/main" id="{D3CF964C-2029-9DA4-3CE6-A9206B7DCB23}"/>
              </a:ext>
            </a:extLst>
          </p:cNvPr>
          <p:cNvSpPr txBox="1">
            <a:spLocks/>
          </p:cNvSpPr>
          <p:nvPr/>
        </p:nvSpPr>
        <p:spPr>
          <a:xfrm>
            <a:off x="965124" y="1828546"/>
            <a:ext cx="7213753"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Distinguishability formalized as t-test between intra-sign and inter-sign distances:</a:t>
            </a:r>
            <a:br>
              <a:rPr lang="nn-NO" dirty="0"/>
            </a:br>
            <a:r>
              <a:rPr lang="nn-NO" dirty="0"/>
              <a:t>Larger t-stats indicate greater model distinguishability</a:t>
            </a:r>
          </a:p>
        </p:txBody>
      </p:sp>
      <p:graphicFrame>
        <p:nvGraphicFramePr>
          <p:cNvPr id="5" name="Table 4">
            <a:extLst>
              <a:ext uri="{FF2B5EF4-FFF2-40B4-BE49-F238E27FC236}">
                <a16:creationId xmlns:a16="http://schemas.microsoft.com/office/drawing/2014/main" id="{3607F4D5-3599-F5EA-369E-A762800C92B3}"/>
              </a:ext>
            </a:extLst>
          </p:cNvPr>
          <p:cNvGraphicFramePr>
            <a:graphicFrameLocks noGrp="1"/>
          </p:cNvGraphicFramePr>
          <p:nvPr>
            <p:extLst>
              <p:ext uri="{D42A27DB-BD31-4B8C-83A1-F6EECF244321}">
                <p14:modId xmlns:p14="http://schemas.microsoft.com/office/powerpoint/2010/main" val="1401529292"/>
              </p:ext>
            </p:extLst>
          </p:nvPr>
        </p:nvGraphicFramePr>
        <p:xfrm>
          <a:off x="542580" y="2685872"/>
          <a:ext cx="8058840" cy="1041539"/>
        </p:xfrm>
        <a:graphic>
          <a:graphicData uri="http://schemas.openxmlformats.org/drawingml/2006/table">
            <a:tbl>
              <a:tblPr firstRow="1" bandRow="1">
                <a:tableStyleId>{7E9639D4-E3E2-4D34-9284-5A2195B3D0D7}</a:tableStyleId>
              </a:tblPr>
              <a:tblGrid>
                <a:gridCol w="1624989">
                  <a:extLst>
                    <a:ext uri="{9D8B030D-6E8A-4147-A177-3AD203B41FA5}">
                      <a16:colId xmlns:a16="http://schemas.microsoft.com/office/drawing/2014/main" val="2298445906"/>
                    </a:ext>
                  </a:extLst>
                </a:gridCol>
                <a:gridCol w="1261432">
                  <a:extLst>
                    <a:ext uri="{9D8B030D-6E8A-4147-A177-3AD203B41FA5}">
                      <a16:colId xmlns:a16="http://schemas.microsoft.com/office/drawing/2014/main" val="1941233806"/>
                    </a:ext>
                  </a:extLst>
                </a:gridCol>
                <a:gridCol w="1142999">
                  <a:extLst>
                    <a:ext uri="{9D8B030D-6E8A-4147-A177-3AD203B41FA5}">
                      <a16:colId xmlns:a16="http://schemas.microsoft.com/office/drawing/2014/main" val="3691475593"/>
                    </a:ext>
                  </a:extLst>
                </a:gridCol>
                <a:gridCol w="1343140">
                  <a:extLst>
                    <a:ext uri="{9D8B030D-6E8A-4147-A177-3AD203B41FA5}">
                      <a16:colId xmlns:a16="http://schemas.microsoft.com/office/drawing/2014/main" val="3829069527"/>
                    </a:ext>
                  </a:extLst>
                </a:gridCol>
                <a:gridCol w="1343140">
                  <a:extLst>
                    <a:ext uri="{9D8B030D-6E8A-4147-A177-3AD203B41FA5}">
                      <a16:colId xmlns:a16="http://schemas.microsoft.com/office/drawing/2014/main" val="2573165318"/>
                    </a:ext>
                  </a:extLst>
                </a:gridCol>
                <a:gridCol w="1343140">
                  <a:extLst>
                    <a:ext uri="{9D8B030D-6E8A-4147-A177-3AD203B41FA5}">
                      <a16:colId xmlns:a16="http://schemas.microsoft.com/office/drawing/2014/main" val="2909652453"/>
                    </a:ext>
                  </a:extLst>
                </a:gridCol>
              </a:tblGrid>
              <a:tr h="523379">
                <a:tc>
                  <a:txBody>
                    <a:bodyPr/>
                    <a:lstStyle/>
                    <a:p>
                      <a:pPr algn="ctr"/>
                      <a:endParaRPr lang="en-US" dirty="0"/>
                    </a:p>
                  </a:txBody>
                  <a:tcPr/>
                </a:tc>
                <a:tc>
                  <a:txBody>
                    <a:bodyPr/>
                    <a:lstStyle/>
                    <a:p>
                      <a:pPr algn="ctr"/>
                      <a:r>
                        <a:rPr lang="en-US" dirty="0"/>
                        <a:t>I3D</a:t>
                      </a:r>
                      <a:br>
                        <a:rPr lang="en-US" dirty="0"/>
                      </a:br>
                      <a:r>
                        <a:rPr lang="en-US" dirty="0"/>
                        <a:t>Random</a:t>
                      </a:r>
                    </a:p>
                  </a:txBody>
                  <a:tcPr/>
                </a:tc>
                <a:tc>
                  <a:txBody>
                    <a:bodyPr/>
                    <a:lstStyle/>
                    <a:p>
                      <a:pPr algn="ctr"/>
                      <a:r>
                        <a:rPr lang="en-US" dirty="0"/>
                        <a:t>I3D</a:t>
                      </a:r>
                      <a:br>
                        <a:rPr lang="en-US" dirty="0"/>
                      </a:br>
                      <a:r>
                        <a:rPr lang="en-US" dirty="0"/>
                        <a:t>Kinetics</a:t>
                      </a:r>
                    </a:p>
                  </a:txBody>
                  <a:tcPr/>
                </a:tc>
                <a:tc>
                  <a:txBody>
                    <a:bodyPr/>
                    <a:lstStyle/>
                    <a:p>
                      <a:pPr algn="ctr"/>
                      <a:r>
                        <a:rPr lang="en-US" dirty="0"/>
                        <a:t>I3D</a:t>
                      </a:r>
                      <a:br>
                        <a:rPr lang="en-US" dirty="0"/>
                      </a:br>
                      <a:r>
                        <a:rPr lang="en-US" dirty="0"/>
                        <a:t>ASL Citizen</a:t>
                      </a:r>
                    </a:p>
                  </a:txBody>
                  <a:tcPr>
                    <a:solidFill>
                      <a:srgbClr val="0070C0"/>
                    </a:solidFill>
                  </a:tcPr>
                </a:tc>
                <a:tc>
                  <a:txBody>
                    <a:bodyPr/>
                    <a:lstStyle/>
                    <a:p>
                      <a:pPr algn="ctr"/>
                      <a:r>
                        <a:rPr lang="en-US" dirty="0"/>
                        <a:t>STGCN</a:t>
                      </a:r>
                      <a:br>
                        <a:rPr lang="en-US" dirty="0"/>
                      </a:br>
                      <a:r>
                        <a:rPr lang="en-US" dirty="0"/>
                        <a:t>Random</a:t>
                      </a:r>
                    </a:p>
                  </a:txBody>
                  <a:tcPr/>
                </a:tc>
                <a:tc>
                  <a:txBody>
                    <a:bodyPr/>
                    <a:lstStyle/>
                    <a:p>
                      <a:pPr algn="ctr"/>
                      <a:r>
                        <a:rPr lang="en-US" dirty="0"/>
                        <a:t>STGCN</a:t>
                      </a:r>
                      <a:br>
                        <a:rPr lang="en-US" dirty="0"/>
                      </a:br>
                      <a:r>
                        <a:rPr lang="en-US" dirty="0"/>
                        <a:t>ASL Citizen</a:t>
                      </a:r>
                    </a:p>
                  </a:txBody>
                  <a:tcPr>
                    <a:solidFill>
                      <a:srgbClr val="0070C0"/>
                    </a:solidFill>
                  </a:tcPr>
                </a:tc>
                <a:extLst>
                  <a:ext uri="{0D108BD9-81ED-4DB2-BD59-A6C34878D82A}">
                    <a16:rowId xmlns:a16="http://schemas.microsoft.com/office/drawing/2014/main" val="422344225"/>
                  </a:ext>
                </a:extLst>
              </a:tr>
              <a:tr h="378052">
                <a:tc>
                  <a:txBody>
                    <a:bodyPr/>
                    <a:lstStyle/>
                    <a:p>
                      <a:pPr algn="ctr"/>
                      <a:r>
                        <a:rPr lang="en-US" dirty="0"/>
                        <a:t>All Minimal Pairs (avg)</a:t>
                      </a:r>
                    </a:p>
                  </a:txBody>
                  <a:tcPr/>
                </a:tc>
                <a:tc>
                  <a:txBody>
                    <a:bodyPr/>
                    <a:lstStyle/>
                    <a:p>
                      <a:pPr algn="ctr"/>
                      <a:r>
                        <a:rPr lang="en-US" dirty="0"/>
                        <a:t>0.13</a:t>
                      </a:r>
                    </a:p>
                  </a:txBody>
                  <a:tcPr/>
                </a:tc>
                <a:tc>
                  <a:txBody>
                    <a:bodyPr/>
                    <a:lstStyle/>
                    <a:p>
                      <a:pPr algn="ctr"/>
                      <a:r>
                        <a:rPr lang="en-US" dirty="0"/>
                        <a:t>0.12</a:t>
                      </a:r>
                    </a:p>
                  </a:txBody>
                  <a:tcPr/>
                </a:tc>
                <a:tc>
                  <a:txBody>
                    <a:bodyPr/>
                    <a:lstStyle/>
                    <a:p>
                      <a:pPr algn="ctr"/>
                      <a:r>
                        <a:rPr lang="en-US" b="1" dirty="0"/>
                        <a:t>5.00</a:t>
                      </a:r>
                    </a:p>
                  </a:txBody>
                  <a:tcPr>
                    <a:solidFill>
                      <a:srgbClr val="A3D8FF"/>
                    </a:solidFill>
                  </a:tcPr>
                </a:tc>
                <a:tc>
                  <a:txBody>
                    <a:bodyPr/>
                    <a:lstStyle/>
                    <a:p>
                      <a:pPr algn="ctr"/>
                      <a:r>
                        <a:rPr lang="en-US" dirty="0"/>
                        <a:t>0.23</a:t>
                      </a:r>
                    </a:p>
                  </a:txBody>
                  <a:tcPr/>
                </a:tc>
                <a:tc>
                  <a:txBody>
                    <a:bodyPr/>
                    <a:lstStyle/>
                    <a:p>
                      <a:pPr algn="ctr"/>
                      <a:r>
                        <a:rPr lang="en-US" b="1" dirty="0"/>
                        <a:t>6.08</a:t>
                      </a:r>
                    </a:p>
                  </a:txBody>
                  <a:tcPr>
                    <a:solidFill>
                      <a:srgbClr val="A3D8FF"/>
                    </a:solidFill>
                  </a:tcPr>
                </a:tc>
                <a:extLst>
                  <a:ext uri="{0D108BD9-81ED-4DB2-BD59-A6C34878D82A}">
                    <a16:rowId xmlns:a16="http://schemas.microsoft.com/office/drawing/2014/main" val="4185474274"/>
                  </a:ext>
                </a:extLst>
              </a:tr>
            </a:tbl>
          </a:graphicData>
        </a:graphic>
      </p:graphicFrame>
      <p:sp>
        <p:nvSpPr>
          <p:cNvPr id="6" name="Google Shape;290;p33">
            <a:extLst>
              <a:ext uri="{FF2B5EF4-FFF2-40B4-BE49-F238E27FC236}">
                <a16:creationId xmlns:a16="http://schemas.microsoft.com/office/drawing/2014/main" id="{DA7A97E7-0E43-20A7-4945-079CEFDD81B9}"/>
              </a:ext>
            </a:extLst>
          </p:cNvPr>
          <p:cNvSpPr txBox="1">
            <a:spLocks/>
          </p:cNvSpPr>
          <p:nvPr/>
        </p:nvSpPr>
        <p:spPr>
          <a:xfrm>
            <a:off x="1630341" y="1433494"/>
            <a:ext cx="5883317"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We test 178 minimal pairs identified by a deaf language expert </a:t>
            </a:r>
          </a:p>
        </p:txBody>
      </p:sp>
    </p:spTree>
    <p:extLst>
      <p:ext uri="{BB962C8B-B14F-4D97-AF65-F5344CB8AC3E}">
        <p14:creationId xmlns:p14="http://schemas.microsoft.com/office/powerpoint/2010/main" val="1856700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65E6-0B27-BF5B-E97D-DB26CEC34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315A2-C97A-04DB-6D11-3F8AF8E36927}"/>
              </a:ext>
            </a:extLst>
          </p:cNvPr>
          <p:cNvSpPr>
            <a:spLocks noGrp="1"/>
          </p:cNvSpPr>
          <p:nvPr>
            <p:ph type="title"/>
          </p:nvPr>
        </p:nvSpPr>
        <p:spPr>
          <a:xfrm>
            <a:off x="470613" y="389632"/>
            <a:ext cx="8202774" cy="572700"/>
          </a:xfrm>
        </p:spPr>
        <p:txBody>
          <a:bodyPr/>
          <a:lstStyle/>
          <a:p>
            <a:pPr algn="ctr"/>
            <a:r>
              <a:rPr lang="en-US" sz="2400" dirty="0"/>
              <a:t>Minimal pairs have high variability in distinguishability</a:t>
            </a:r>
          </a:p>
        </p:txBody>
      </p:sp>
      <p:graphicFrame>
        <p:nvGraphicFramePr>
          <p:cNvPr id="6" name="Chart 5">
            <a:extLst>
              <a:ext uri="{FF2B5EF4-FFF2-40B4-BE49-F238E27FC236}">
                <a16:creationId xmlns:a16="http://schemas.microsoft.com/office/drawing/2014/main" id="{B7559BCF-7FF9-23E8-B71C-ACDBAEC4ECAA}"/>
              </a:ext>
            </a:extLst>
          </p:cNvPr>
          <p:cNvGraphicFramePr>
            <a:graphicFrameLocks/>
          </p:cNvGraphicFramePr>
          <p:nvPr>
            <p:extLst>
              <p:ext uri="{D42A27DB-BD31-4B8C-83A1-F6EECF244321}">
                <p14:modId xmlns:p14="http://schemas.microsoft.com/office/powerpoint/2010/main" val="1871937106"/>
              </p:ext>
            </p:extLst>
          </p:nvPr>
        </p:nvGraphicFramePr>
        <p:xfrm>
          <a:off x="822960" y="1377130"/>
          <a:ext cx="7498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7F64E4D1-958A-0B2E-2B24-96392EC1C8BD}"/>
              </a:ext>
            </a:extLst>
          </p:cNvPr>
          <p:cNvSpPr txBox="1"/>
          <p:nvPr/>
        </p:nvSpPr>
        <p:spPr>
          <a:xfrm rot="16200000">
            <a:off x="306955" y="2374256"/>
            <a:ext cx="843501" cy="276999"/>
          </a:xfrm>
          <a:prstGeom prst="rect">
            <a:avLst/>
          </a:prstGeom>
          <a:noFill/>
        </p:spPr>
        <p:txBody>
          <a:bodyPr wrap="none" rtlCol="0">
            <a:spAutoFit/>
          </a:bodyPr>
          <a:lstStyle/>
          <a:p>
            <a:r>
              <a:rPr lang="en-US" sz="1200" dirty="0"/>
              <a:t>T-statistic</a:t>
            </a:r>
          </a:p>
        </p:txBody>
      </p:sp>
      <p:cxnSp>
        <p:nvCxnSpPr>
          <p:cNvPr id="10" name="Straight Arrow Connector 9">
            <a:extLst>
              <a:ext uri="{FF2B5EF4-FFF2-40B4-BE49-F238E27FC236}">
                <a16:creationId xmlns:a16="http://schemas.microsoft.com/office/drawing/2014/main" id="{555DC5C7-9174-3B51-4BEE-0DB490AC5CE5}"/>
              </a:ext>
            </a:extLst>
          </p:cNvPr>
          <p:cNvCxnSpPr>
            <a:cxnSpLocks/>
          </p:cNvCxnSpPr>
          <p:nvPr/>
        </p:nvCxnSpPr>
        <p:spPr>
          <a:xfrm>
            <a:off x="1143000" y="3930444"/>
            <a:ext cx="208788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3C08B1-E7F7-F040-7CA6-DD374A9E3137}"/>
              </a:ext>
            </a:extLst>
          </p:cNvPr>
          <p:cNvCxnSpPr>
            <a:cxnSpLocks/>
          </p:cNvCxnSpPr>
          <p:nvPr/>
        </p:nvCxnSpPr>
        <p:spPr>
          <a:xfrm flipV="1">
            <a:off x="3273552" y="3869607"/>
            <a:ext cx="4933925" cy="608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Google Shape;290;p33">
            <a:extLst>
              <a:ext uri="{FF2B5EF4-FFF2-40B4-BE49-F238E27FC236}">
                <a16:creationId xmlns:a16="http://schemas.microsoft.com/office/drawing/2014/main" id="{7D648939-BC9C-8EDC-B76F-051CF17C528B}"/>
              </a:ext>
            </a:extLst>
          </p:cNvPr>
          <p:cNvSpPr txBox="1">
            <a:spLocks/>
          </p:cNvSpPr>
          <p:nvPr/>
        </p:nvSpPr>
        <p:spPr>
          <a:xfrm>
            <a:off x="2314844" y="3923070"/>
            <a:ext cx="6687239"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181 of 259 minimal pairs are distinguished by the </a:t>
            </a:r>
            <a:br>
              <a:rPr lang="nn-NO" dirty="0"/>
            </a:br>
            <a:r>
              <a:rPr lang="nn-NO" dirty="0"/>
              <a:t>ASL Citizen I3D model</a:t>
            </a:r>
          </a:p>
        </p:txBody>
      </p:sp>
    </p:spTree>
    <p:extLst>
      <p:ext uri="{BB962C8B-B14F-4D97-AF65-F5344CB8AC3E}">
        <p14:creationId xmlns:p14="http://schemas.microsoft.com/office/powerpoint/2010/main" val="271730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7716-8248-C4BB-22E7-563465724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4FB69-7178-A399-8762-B70C3F467E40}"/>
              </a:ext>
            </a:extLst>
          </p:cNvPr>
          <p:cNvSpPr>
            <a:spLocks noGrp="1"/>
          </p:cNvSpPr>
          <p:nvPr>
            <p:ph type="title"/>
          </p:nvPr>
        </p:nvSpPr>
        <p:spPr>
          <a:xfrm>
            <a:off x="720000" y="360370"/>
            <a:ext cx="7704000" cy="572700"/>
          </a:xfrm>
        </p:spPr>
        <p:txBody>
          <a:bodyPr/>
          <a:lstStyle/>
          <a:p>
            <a:pPr algn="ctr"/>
            <a:r>
              <a:rPr lang="en-US" sz="2400" dirty="0"/>
              <a:t>Models do not reliably distinguish</a:t>
            </a:r>
            <a:br>
              <a:rPr lang="en-US" sz="2400" dirty="0"/>
            </a:br>
            <a:r>
              <a:rPr lang="en-US" sz="2400" dirty="0"/>
              <a:t>highly human-discriminated pairs</a:t>
            </a:r>
          </a:p>
        </p:txBody>
      </p:sp>
      <p:sp>
        <p:nvSpPr>
          <p:cNvPr id="8" name="TextBox 7">
            <a:extLst>
              <a:ext uri="{FF2B5EF4-FFF2-40B4-BE49-F238E27FC236}">
                <a16:creationId xmlns:a16="http://schemas.microsoft.com/office/drawing/2014/main" id="{D4418B17-3F1F-CF9D-C506-1855559E02D0}"/>
              </a:ext>
            </a:extLst>
          </p:cNvPr>
          <p:cNvSpPr txBox="1"/>
          <p:nvPr/>
        </p:nvSpPr>
        <p:spPr>
          <a:xfrm rot="16200000">
            <a:off x="306955" y="2374256"/>
            <a:ext cx="843501" cy="276999"/>
          </a:xfrm>
          <a:prstGeom prst="rect">
            <a:avLst/>
          </a:prstGeom>
          <a:noFill/>
        </p:spPr>
        <p:txBody>
          <a:bodyPr wrap="none" rtlCol="0">
            <a:spAutoFit/>
          </a:bodyPr>
          <a:lstStyle/>
          <a:p>
            <a:r>
              <a:rPr lang="en-US" sz="1200" dirty="0"/>
              <a:t>T-statistic</a:t>
            </a:r>
          </a:p>
        </p:txBody>
      </p:sp>
      <p:cxnSp>
        <p:nvCxnSpPr>
          <p:cNvPr id="10" name="Straight Arrow Connector 9">
            <a:extLst>
              <a:ext uri="{FF2B5EF4-FFF2-40B4-BE49-F238E27FC236}">
                <a16:creationId xmlns:a16="http://schemas.microsoft.com/office/drawing/2014/main" id="{29127257-04FC-65D1-D111-36F3058BB2ED}"/>
              </a:ext>
            </a:extLst>
          </p:cNvPr>
          <p:cNvCxnSpPr>
            <a:cxnSpLocks/>
          </p:cNvCxnSpPr>
          <p:nvPr/>
        </p:nvCxnSpPr>
        <p:spPr>
          <a:xfrm>
            <a:off x="1085088" y="3737111"/>
            <a:ext cx="2164080" cy="303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0B8AC90-CF95-4C61-1211-F95BAF0C5309}"/>
              </a:ext>
            </a:extLst>
          </p:cNvPr>
          <p:cNvCxnSpPr>
            <a:cxnSpLocks/>
          </p:cNvCxnSpPr>
          <p:nvPr/>
        </p:nvCxnSpPr>
        <p:spPr>
          <a:xfrm flipV="1">
            <a:off x="3285744" y="3737111"/>
            <a:ext cx="4884862" cy="3041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DD4C383D-829D-E3E3-93D0-E61D0AD27DD7}"/>
              </a:ext>
            </a:extLst>
          </p:cNvPr>
          <p:cNvGraphicFramePr>
            <a:graphicFrameLocks/>
          </p:cNvGraphicFramePr>
          <p:nvPr>
            <p:extLst>
              <p:ext uri="{D42A27DB-BD31-4B8C-83A1-F6EECF244321}">
                <p14:modId xmlns:p14="http://schemas.microsoft.com/office/powerpoint/2010/main" val="158311486"/>
              </p:ext>
            </p:extLst>
          </p:nvPr>
        </p:nvGraphicFramePr>
        <p:xfrm>
          <a:off x="822960" y="1377130"/>
          <a:ext cx="7498080" cy="2359981"/>
        </p:xfrm>
        <a:graphic>
          <a:graphicData uri="http://schemas.openxmlformats.org/drawingml/2006/chart">
            <c:chart xmlns:c="http://schemas.openxmlformats.org/drawingml/2006/chart" xmlns:r="http://schemas.openxmlformats.org/officeDocument/2006/relationships" r:id="rId3"/>
          </a:graphicData>
        </a:graphic>
      </p:graphicFrame>
      <p:sp>
        <p:nvSpPr>
          <p:cNvPr id="13" name="Google Shape;290;p33">
            <a:extLst>
              <a:ext uri="{FF2B5EF4-FFF2-40B4-BE49-F238E27FC236}">
                <a16:creationId xmlns:a16="http://schemas.microsoft.com/office/drawing/2014/main" id="{9EF8321C-B17C-6925-09A1-ACD831A46884}"/>
              </a:ext>
            </a:extLst>
          </p:cNvPr>
          <p:cNvSpPr txBox="1">
            <a:spLocks/>
          </p:cNvSpPr>
          <p:nvPr/>
        </p:nvSpPr>
        <p:spPr>
          <a:xfrm>
            <a:off x="1228380" y="4181166"/>
            <a:ext cx="6687239"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Minimal pairs scored as </a:t>
            </a:r>
            <a:r>
              <a:rPr lang="nn-NO" b="1" dirty="0"/>
              <a:t>not similar </a:t>
            </a:r>
            <a:r>
              <a:rPr lang="nn-NO" dirty="0"/>
              <a:t>by human annotator</a:t>
            </a:r>
          </a:p>
          <a:p>
            <a:pPr marL="0" indent="0" algn="ctr">
              <a:buFont typeface="Hanken Grotesk"/>
              <a:buNone/>
            </a:pPr>
            <a:r>
              <a:rPr lang="nn-NO" dirty="0"/>
              <a:t>No significant difference (Fisher exact test p = 0.4107)</a:t>
            </a:r>
          </a:p>
        </p:txBody>
      </p:sp>
      <p:sp>
        <p:nvSpPr>
          <p:cNvPr id="15" name="Google Shape;290;p33">
            <a:extLst>
              <a:ext uri="{FF2B5EF4-FFF2-40B4-BE49-F238E27FC236}">
                <a16:creationId xmlns:a16="http://schemas.microsoft.com/office/drawing/2014/main" id="{FA49EFDB-D63E-5650-9051-1A9BB3F21AB8}"/>
              </a:ext>
            </a:extLst>
          </p:cNvPr>
          <p:cNvSpPr txBox="1">
            <a:spLocks/>
          </p:cNvSpPr>
          <p:nvPr/>
        </p:nvSpPr>
        <p:spPr>
          <a:xfrm>
            <a:off x="-1364878" y="3797948"/>
            <a:ext cx="6687239" cy="3832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34 of 78 (44%)</a:t>
            </a:r>
          </a:p>
        </p:txBody>
      </p:sp>
      <p:sp>
        <p:nvSpPr>
          <p:cNvPr id="18" name="Google Shape;290;p33">
            <a:extLst>
              <a:ext uri="{FF2B5EF4-FFF2-40B4-BE49-F238E27FC236}">
                <a16:creationId xmlns:a16="http://schemas.microsoft.com/office/drawing/2014/main" id="{95F895A7-A10D-0E8D-7B94-E4478380A50E}"/>
              </a:ext>
            </a:extLst>
          </p:cNvPr>
          <p:cNvSpPr txBox="1">
            <a:spLocks/>
          </p:cNvSpPr>
          <p:nvPr/>
        </p:nvSpPr>
        <p:spPr>
          <a:xfrm>
            <a:off x="2277973" y="3767529"/>
            <a:ext cx="6687239" cy="4136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69 of 181 (38%)</a:t>
            </a:r>
          </a:p>
        </p:txBody>
      </p:sp>
    </p:spTree>
    <p:extLst>
      <p:ext uri="{BB962C8B-B14F-4D97-AF65-F5344CB8AC3E}">
        <p14:creationId xmlns:p14="http://schemas.microsoft.com/office/powerpoint/2010/main" val="929306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3725-B972-6E24-CAE4-FB3BCBB1B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B0B58-4497-EB5F-10B3-4210FD6FA07B}"/>
              </a:ext>
            </a:extLst>
          </p:cNvPr>
          <p:cNvSpPr>
            <a:spLocks noGrp="1"/>
          </p:cNvSpPr>
          <p:nvPr>
            <p:ph type="title"/>
          </p:nvPr>
        </p:nvSpPr>
        <p:spPr>
          <a:xfrm>
            <a:off x="720000" y="428500"/>
            <a:ext cx="7704000" cy="572700"/>
          </a:xfrm>
        </p:spPr>
        <p:txBody>
          <a:bodyPr/>
          <a:lstStyle/>
          <a:p>
            <a:pPr algn="ctr"/>
            <a:r>
              <a:rPr lang="en-US" sz="2400" dirty="0"/>
              <a:t>We compared model perceptions of </a:t>
            </a:r>
            <a:br>
              <a:rPr lang="en-US" sz="2400" dirty="0"/>
            </a:br>
            <a:r>
              <a:rPr lang="en-US" sz="2400" dirty="0"/>
              <a:t>handshape similarity to human perception </a:t>
            </a:r>
          </a:p>
        </p:txBody>
      </p:sp>
      <p:pic>
        <p:nvPicPr>
          <p:cNvPr id="4" name="Picture 3" descr="The image shows a person with curly hair, dressed in a black top, and their right hand raised, likely giving a presentation or making a point.&#10;&#10;AI-generated content may be incorrect.">
            <a:extLst>
              <a:ext uri="{FF2B5EF4-FFF2-40B4-BE49-F238E27FC236}">
                <a16:creationId xmlns:a16="http://schemas.microsoft.com/office/drawing/2014/main" id="{EBA3B4D2-CF6D-70D9-F0E7-5C83B7981836}"/>
              </a:ext>
            </a:extLst>
          </p:cNvPr>
          <p:cNvPicPr>
            <a:picLocks noChangeAspect="1"/>
          </p:cNvPicPr>
          <p:nvPr/>
        </p:nvPicPr>
        <p:blipFill>
          <a:blip r:embed="rId3"/>
          <a:stretch>
            <a:fillRect/>
          </a:stretch>
        </p:blipFill>
        <p:spPr>
          <a:xfrm>
            <a:off x="1012034" y="1837507"/>
            <a:ext cx="2650535" cy="2200003"/>
          </a:xfrm>
          <a:prstGeom prst="rect">
            <a:avLst/>
          </a:prstGeom>
        </p:spPr>
      </p:pic>
      <p:pic>
        <p:nvPicPr>
          <p:cNvPr id="10" name="Picture 9" descr="The image shows a person with curly hair, wearing a black shirt, and pointing their index finger upwards, seated at a table with a wooden surface.&#10;&#10;AI-generated content may be incorrect.">
            <a:extLst>
              <a:ext uri="{FF2B5EF4-FFF2-40B4-BE49-F238E27FC236}">
                <a16:creationId xmlns:a16="http://schemas.microsoft.com/office/drawing/2014/main" id="{92126F46-B918-E243-409C-D7C9AA158303}"/>
              </a:ext>
            </a:extLst>
          </p:cNvPr>
          <p:cNvPicPr>
            <a:picLocks noChangeAspect="1"/>
          </p:cNvPicPr>
          <p:nvPr/>
        </p:nvPicPr>
        <p:blipFill>
          <a:blip r:embed="rId4"/>
          <a:stretch>
            <a:fillRect/>
          </a:stretch>
        </p:blipFill>
        <p:spPr>
          <a:xfrm>
            <a:off x="5741578" y="1837507"/>
            <a:ext cx="2390388" cy="2200003"/>
          </a:xfrm>
          <a:prstGeom prst="rect">
            <a:avLst/>
          </a:prstGeom>
        </p:spPr>
      </p:pic>
      <p:cxnSp>
        <p:nvCxnSpPr>
          <p:cNvPr id="11" name="Straight Arrow Connector 10">
            <a:extLst>
              <a:ext uri="{FF2B5EF4-FFF2-40B4-BE49-F238E27FC236}">
                <a16:creationId xmlns:a16="http://schemas.microsoft.com/office/drawing/2014/main" id="{BF935FAC-D128-AC50-1CF6-01A414A7ABE9}"/>
              </a:ext>
            </a:extLst>
          </p:cNvPr>
          <p:cNvCxnSpPr>
            <a:cxnSpLocks/>
          </p:cNvCxnSpPr>
          <p:nvPr/>
        </p:nvCxnSpPr>
        <p:spPr>
          <a:xfrm>
            <a:off x="3887371" y="2497223"/>
            <a:ext cx="1616446"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805D911-1B4A-361A-8025-66E74716275E}"/>
              </a:ext>
            </a:extLst>
          </p:cNvPr>
          <p:cNvCxnSpPr>
            <a:cxnSpLocks/>
          </p:cNvCxnSpPr>
          <p:nvPr/>
        </p:nvCxnSpPr>
        <p:spPr>
          <a:xfrm>
            <a:off x="3887371" y="3729488"/>
            <a:ext cx="1616446"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6" name="Graphic 15" descr="Robot with solid fill">
            <a:extLst>
              <a:ext uri="{FF2B5EF4-FFF2-40B4-BE49-F238E27FC236}">
                <a16:creationId xmlns:a16="http://schemas.microsoft.com/office/drawing/2014/main" id="{643F5437-3242-D7D4-F6C4-51783DF0B4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30701" y="1741520"/>
            <a:ext cx="755703" cy="755703"/>
          </a:xfrm>
          <a:prstGeom prst="rect">
            <a:avLst/>
          </a:prstGeom>
        </p:spPr>
      </p:pic>
      <p:pic>
        <p:nvPicPr>
          <p:cNvPr id="18" name="Graphic 17" descr="Man with solid fill">
            <a:extLst>
              <a:ext uri="{FF2B5EF4-FFF2-40B4-BE49-F238E27FC236}">
                <a16:creationId xmlns:a16="http://schemas.microsoft.com/office/drawing/2014/main" id="{F297D14E-34B4-267D-0AE0-B1566C8D76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0701" y="2837866"/>
            <a:ext cx="755703" cy="755703"/>
          </a:xfrm>
          <a:prstGeom prst="rect">
            <a:avLst/>
          </a:prstGeom>
        </p:spPr>
      </p:pic>
    </p:spTree>
    <p:extLst>
      <p:ext uri="{BB962C8B-B14F-4D97-AF65-F5344CB8AC3E}">
        <p14:creationId xmlns:p14="http://schemas.microsoft.com/office/powerpoint/2010/main" val="3950237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8EE5-F053-41BA-C6D9-67DD1F67F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72D01-1FC6-79B8-5F30-B24D0931E9F4}"/>
              </a:ext>
            </a:extLst>
          </p:cNvPr>
          <p:cNvSpPr>
            <a:spLocks noGrp="1"/>
          </p:cNvSpPr>
          <p:nvPr>
            <p:ph type="title"/>
          </p:nvPr>
        </p:nvSpPr>
        <p:spPr>
          <a:xfrm>
            <a:off x="907868" y="393666"/>
            <a:ext cx="7328263" cy="572700"/>
          </a:xfrm>
        </p:spPr>
        <p:txBody>
          <a:bodyPr/>
          <a:lstStyle/>
          <a:p>
            <a:pPr algn="ctr"/>
            <a:r>
              <a:rPr lang="en-US" sz="2400" dirty="0"/>
              <a:t>SLR models have limited alignment with </a:t>
            </a:r>
            <a:br>
              <a:rPr lang="en-US" sz="2400" dirty="0"/>
            </a:br>
            <a:r>
              <a:rPr lang="en-US" sz="2400" dirty="0"/>
              <a:t>human perception of handshapes</a:t>
            </a:r>
          </a:p>
        </p:txBody>
      </p:sp>
      <p:sp>
        <p:nvSpPr>
          <p:cNvPr id="4" name="Google Shape;290;p33">
            <a:extLst>
              <a:ext uri="{FF2B5EF4-FFF2-40B4-BE49-F238E27FC236}">
                <a16:creationId xmlns:a16="http://schemas.microsoft.com/office/drawing/2014/main" id="{BB2BC88D-C25E-F648-963D-582FDA1DDA2A}"/>
              </a:ext>
            </a:extLst>
          </p:cNvPr>
          <p:cNvSpPr txBox="1">
            <a:spLocks/>
          </p:cNvSpPr>
          <p:nvPr/>
        </p:nvSpPr>
        <p:spPr>
          <a:xfrm>
            <a:off x="313981" y="1697857"/>
            <a:ext cx="262951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1600" dirty="0"/>
              <a:t>Correlation between</a:t>
            </a:r>
            <a:br>
              <a:rPr lang="nn-NO" sz="1600" dirty="0"/>
            </a:br>
            <a:r>
              <a:rPr lang="nn-NO" sz="1600" dirty="0"/>
              <a:t>signer vs. non-signer</a:t>
            </a:r>
            <a:br>
              <a:rPr lang="nn-NO" sz="1600" dirty="0"/>
            </a:br>
            <a:r>
              <a:rPr lang="nn-NO" sz="1600" dirty="0"/>
              <a:t>perception:</a:t>
            </a:r>
          </a:p>
        </p:txBody>
      </p:sp>
      <p:sp>
        <p:nvSpPr>
          <p:cNvPr id="6" name="Google Shape;290;p33">
            <a:extLst>
              <a:ext uri="{FF2B5EF4-FFF2-40B4-BE49-F238E27FC236}">
                <a16:creationId xmlns:a16="http://schemas.microsoft.com/office/drawing/2014/main" id="{566A46F2-6A92-F010-F2DE-58603A0DB1E2}"/>
              </a:ext>
            </a:extLst>
          </p:cNvPr>
          <p:cNvSpPr txBox="1">
            <a:spLocks/>
          </p:cNvSpPr>
          <p:nvPr/>
        </p:nvSpPr>
        <p:spPr>
          <a:xfrm>
            <a:off x="313981" y="2721991"/>
            <a:ext cx="262951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2800" b="1" dirty="0"/>
              <a:t>0.89</a:t>
            </a:r>
          </a:p>
        </p:txBody>
      </p:sp>
      <p:sp>
        <p:nvSpPr>
          <p:cNvPr id="8" name="Google Shape;290;p33">
            <a:extLst>
              <a:ext uri="{FF2B5EF4-FFF2-40B4-BE49-F238E27FC236}">
                <a16:creationId xmlns:a16="http://schemas.microsoft.com/office/drawing/2014/main" id="{E660A167-E33F-07D3-7969-48644E6491A3}"/>
              </a:ext>
            </a:extLst>
          </p:cNvPr>
          <p:cNvSpPr txBox="1">
            <a:spLocks/>
          </p:cNvSpPr>
          <p:nvPr/>
        </p:nvSpPr>
        <p:spPr>
          <a:xfrm>
            <a:off x="2756735" y="1697857"/>
            <a:ext cx="191976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1600" dirty="0"/>
              <a:t>Correlation between</a:t>
            </a:r>
            <a:br>
              <a:rPr lang="nn-NO" sz="1600" dirty="0"/>
            </a:br>
            <a:r>
              <a:rPr lang="nn-NO" sz="1600" dirty="0"/>
              <a:t>signer vs. I3D:</a:t>
            </a:r>
          </a:p>
        </p:txBody>
      </p:sp>
      <p:sp>
        <p:nvSpPr>
          <p:cNvPr id="10" name="Google Shape;290;p33">
            <a:extLst>
              <a:ext uri="{FF2B5EF4-FFF2-40B4-BE49-F238E27FC236}">
                <a16:creationId xmlns:a16="http://schemas.microsoft.com/office/drawing/2014/main" id="{9D3DFCB9-3A45-DA68-E456-38E234327842}"/>
              </a:ext>
            </a:extLst>
          </p:cNvPr>
          <p:cNvSpPr txBox="1">
            <a:spLocks/>
          </p:cNvSpPr>
          <p:nvPr/>
        </p:nvSpPr>
        <p:spPr>
          <a:xfrm>
            <a:off x="2401860" y="2721991"/>
            <a:ext cx="262951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2800" b="1" dirty="0"/>
              <a:t>0.31</a:t>
            </a:r>
          </a:p>
        </p:txBody>
      </p:sp>
      <p:sp>
        <p:nvSpPr>
          <p:cNvPr id="14" name="Google Shape;290;p33">
            <a:extLst>
              <a:ext uri="{FF2B5EF4-FFF2-40B4-BE49-F238E27FC236}">
                <a16:creationId xmlns:a16="http://schemas.microsoft.com/office/drawing/2014/main" id="{86BA59AE-44CA-E507-4E3C-F1AA3F098215}"/>
              </a:ext>
            </a:extLst>
          </p:cNvPr>
          <p:cNvSpPr txBox="1">
            <a:spLocks/>
          </p:cNvSpPr>
          <p:nvPr/>
        </p:nvSpPr>
        <p:spPr>
          <a:xfrm>
            <a:off x="4217124" y="2721991"/>
            <a:ext cx="262951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2800" b="1" dirty="0"/>
              <a:t>0.49</a:t>
            </a:r>
          </a:p>
        </p:txBody>
      </p:sp>
      <p:sp>
        <p:nvSpPr>
          <p:cNvPr id="20" name="Google Shape;290;p33">
            <a:extLst>
              <a:ext uri="{FF2B5EF4-FFF2-40B4-BE49-F238E27FC236}">
                <a16:creationId xmlns:a16="http://schemas.microsoft.com/office/drawing/2014/main" id="{09B34633-8BDF-31DE-2FE7-B30090683CC4}"/>
              </a:ext>
            </a:extLst>
          </p:cNvPr>
          <p:cNvSpPr txBox="1">
            <a:spLocks/>
          </p:cNvSpPr>
          <p:nvPr/>
        </p:nvSpPr>
        <p:spPr>
          <a:xfrm>
            <a:off x="4571999" y="1697857"/>
            <a:ext cx="191976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1600" dirty="0"/>
              <a:t>Correlation between</a:t>
            </a:r>
            <a:br>
              <a:rPr lang="nn-NO" sz="1600" dirty="0"/>
            </a:br>
            <a:r>
              <a:rPr lang="nn-NO" sz="1600" dirty="0"/>
              <a:t>signer vs. STGCN:</a:t>
            </a:r>
          </a:p>
        </p:txBody>
      </p:sp>
      <p:sp>
        <p:nvSpPr>
          <p:cNvPr id="22" name="Google Shape;290;p33">
            <a:extLst>
              <a:ext uri="{FF2B5EF4-FFF2-40B4-BE49-F238E27FC236}">
                <a16:creationId xmlns:a16="http://schemas.microsoft.com/office/drawing/2014/main" id="{1A1FF202-2CDA-F34B-F1C4-D704801A10E6}"/>
              </a:ext>
            </a:extLst>
          </p:cNvPr>
          <p:cNvSpPr txBox="1">
            <a:spLocks/>
          </p:cNvSpPr>
          <p:nvPr/>
        </p:nvSpPr>
        <p:spPr>
          <a:xfrm>
            <a:off x="6250340" y="2700782"/>
            <a:ext cx="2629518"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2800" b="1" dirty="0"/>
              <a:t>0.53</a:t>
            </a:r>
          </a:p>
        </p:txBody>
      </p:sp>
      <p:sp>
        <p:nvSpPr>
          <p:cNvPr id="24" name="Google Shape;290;p33">
            <a:extLst>
              <a:ext uri="{FF2B5EF4-FFF2-40B4-BE49-F238E27FC236}">
                <a16:creationId xmlns:a16="http://schemas.microsoft.com/office/drawing/2014/main" id="{898F190A-723A-E5FA-66CF-D1E6D8CF2A82}"/>
              </a:ext>
            </a:extLst>
          </p:cNvPr>
          <p:cNvSpPr txBox="1">
            <a:spLocks/>
          </p:cNvSpPr>
          <p:nvPr/>
        </p:nvSpPr>
        <p:spPr>
          <a:xfrm>
            <a:off x="6491767" y="1697857"/>
            <a:ext cx="2146664"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1600" dirty="0"/>
              <a:t>Correlation between</a:t>
            </a:r>
            <a:br>
              <a:rPr lang="nn-NO" sz="1600" dirty="0"/>
            </a:br>
            <a:r>
              <a:rPr lang="nn-NO" sz="1600" dirty="0"/>
              <a:t>signer vs. hand keypoint angles:</a:t>
            </a:r>
          </a:p>
        </p:txBody>
      </p:sp>
      <p:sp>
        <p:nvSpPr>
          <p:cNvPr id="26" name="Google Shape;290;p33">
            <a:extLst>
              <a:ext uri="{FF2B5EF4-FFF2-40B4-BE49-F238E27FC236}">
                <a16:creationId xmlns:a16="http://schemas.microsoft.com/office/drawing/2014/main" id="{3AF57C75-DA14-2F00-129A-51B8CCCAB530}"/>
              </a:ext>
            </a:extLst>
          </p:cNvPr>
          <p:cNvSpPr txBox="1">
            <a:spLocks/>
          </p:cNvSpPr>
          <p:nvPr/>
        </p:nvSpPr>
        <p:spPr>
          <a:xfrm>
            <a:off x="1228379" y="3767334"/>
            <a:ext cx="6687239"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sz="2000" dirty="0"/>
              <a:t>Models competently recognize signs without </a:t>
            </a:r>
            <a:br>
              <a:rPr lang="nn-NO" sz="2000" dirty="0"/>
            </a:br>
            <a:r>
              <a:rPr lang="nn-NO" sz="2000" dirty="0"/>
              <a:t>developing human-like phonological perception! </a:t>
            </a:r>
          </a:p>
        </p:txBody>
      </p:sp>
    </p:spTree>
    <p:extLst>
      <p:ext uri="{BB962C8B-B14F-4D97-AF65-F5344CB8AC3E}">
        <p14:creationId xmlns:p14="http://schemas.microsoft.com/office/powerpoint/2010/main" val="405032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4" grpId="0"/>
      <p:bldP spid="20" grpId="0"/>
      <p:bldP spid="22" grpId="0"/>
      <p:bldP spid="24"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4D2C-F6AD-EC19-B04C-CC72E8974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9EABD-55CA-9CAE-E8EA-48A7B39B6DEB}"/>
              </a:ext>
            </a:extLst>
          </p:cNvPr>
          <p:cNvSpPr>
            <a:spLocks noGrp="1"/>
          </p:cNvSpPr>
          <p:nvPr>
            <p:ph type="title"/>
          </p:nvPr>
        </p:nvSpPr>
        <p:spPr>
          <a:xfrm>
            <a:off x="429667" y="473274"/>
            <a:ext cx="8284663" cy="572700"/>
          </a:xfrm>
        </p:spPr>
        <p:txBody>
          <a:bodyPr/>
          <a:lstStyle/>
          <a:p>
            <a:pPr algn="ctr"/>
            <a:r>
              <a:rPr lang="en-US" sz="2400" dirty="0"/>
              <a:t>Disagreement with human-like phonological perception predicts models are brittle to distribution shifts</a:t>
            </a:r>
          </a:p>
        </p:txBody>
      </p:sp>
      <p:graphicFrame>
        <p:nvGraphicFramePr>
          <p:cNvPr id="4" name="Table 3">
            <a:extLst>
              <a:ext uri="{FF2B5EF4-FFF2-40B4-BE49-F238E27FC236}">
                <a16:creationId xmlns:a16="http://schemas.microsoft.com/office/drawing/2014/main" id="{62CC982D-F5ED-C685-BC48-9689C7DF5FFA}"/>
              </a:ext>
            </a:extLst>
          </p:cNvPr>
          <p:cNvGraphicFramePr>
            <a:graphicFrameLocks noGrp="1"/>
          </p:cNvGraphicFramePr>
          <p:nvPr>
            <p:extLst>
              <p:ext uri="{D42A27DB-BD31-4B8C-83A1-F6EECF244321}">
                <p14:modId xmlns:p14="http://schemas.microsoft.com/office/powerpoint/2010/main" val="2671457414"/>
              </p:ext>
            </p:extLst>
          </p:nvPr>
        </p:nvGraphicFramePr>
        <p:xfrm>
          <a:off x="2416365" y="1666970"/>
          <a:ext cx="4311269" cy="1041539"/>
        </p:xfrm>
        <a:graphic>
          <a:graphicData uri="http://schemas.openxmlformats.org/drawingml/2006/table">
            <a:tbl>
              <a:tblPr firstRow="1" bandRow="1">
                <a:tableStyleId>{7E9639D4-E3E2-4D34-9284-5A2195B3D0D7}</a:tableStyleId>
              </a:tblPr>
              <a:tblGrid>
                <a:gridCol w="1624989">
                  <a:extLst>
                    <a:ext uri="{9D8B030D-6E8A-4147-A177-3AD203B41FA5}">
                      <a16:colId xmlns:a16="http://schemas.microsoft.com/office/drawing/2014/main" val="2298445906"/>
                    </a:ext>
                  </a:extLst>
                </a:gridCol>
                <a:gridCol w="1343140">
                  <a:extLst>
                    <a:ext uri="{9D8B030D-6E8A-4147-A177-3AD203B41FA5}">
                      <a16:colId xmlns:a16="http://schemas.microsoft.com/office/drawing/2014/main" val="3829069527"/>
                    </a:ext>
                  </a:extLst>
                </a:gridCol>
                <a:gridCol w="1343140">
                  <a:extLst>
                    <a:ext uri="{9D8B030D-6E8A-4147-A177-3AD203B41FA5}">
                      <a16:colId xmlns:a16="http://schemas.microsoft.com/office/drawing/2014/main" val="2909652453"/>
                    </a:ext>
                  </a:extLst>
                </a:gridCol>
              </a:tblGrid>
              <a:tr h="523379">
                <a:tc>
                  <a:txBody>
                    <a:bodyPr/>
                    <a:lstStyle/>
                    <a:p>
                      <a:pPr algn="ctr"/>
                      <a:endParaRPr lang="en-US" dirty="0"/>
                    </a:p>
                  </a:txBody>
                  <a:tcPr/>
                </a:tc>
                <a:tc>
                  <a:txBody>
                    <a:bodyPr/>
                    <a:lstStyle/>
                    <a:p>
                      <a:pPr algn="ctr"/>
                      <a:r>
                        <a:rPr lang="en-US" dirty="0"/>
                        <a:t>I3D</a:t>
                      </a:r>
                      <a:br>
                        <a:rPr lang="en-US" dirty="0"/>
                      </a:br>
                      <a:r>
                        <a:rPr lang="en-US" dirty="0"/>
                        <a:t>ASL Citizen</a:t>
                      </a:r>
                    </a:p>
                  </a:txBody>
                  <a:tcPr>
                    <a:solidFill>
                      <a:srgbClr val="0070C0"/>
                    </a:solidFill>
                  </a:tcPr>
                </a:tc>
                <a:tc>
                  <a:txBody>
                    <a:bodyPr/>
                    <a:lstStyle/>
                    <a:p>
                      <a:pPr algn="ctr"/>
                      <a:r>
                        <a:rPr lang="en-US" dirty="0"/>
                        <a:t>STGCN</a:t>
                      </a:r>
                      <a:br>
                        <a:rPr lang="en-US" dirty="0"/>
                      </a:br>
                      <a:r>
                        <a:rPr lang="en-US" dirty="0"/>
                        <a:t>ASL Citizen</a:t>
                      </a:r>
                    </a:p>
                  </a:txBody>
                  <a:tcPr>
                    <a:solidFill>
                      <a:srgbClr val="0070C0"/>
                    </a:solidFill>
                  </a:tcPr>
                </a:tc>
                <a:extLst>
                  <a:ext uri="{0D108BD9-81ED-4DB2-BD59-A6C34878D82A}">
                    <a16:rowId xmlns:a16="http://schemas.microsoft.com/office/drawing/2014/main" val="422344225"/>
                  </a:ext>
                </a:extLst>
              </a:tr>
              <a:tr h="378052">
                <a:tc>
                  <a:txBody>
                    <a:bodyPr/>
                    <a:lstStyle/>
                    <a:p>
                      <a:pPr algn="ctr"/>
                      <a:r>
                        <a:rPr lang="en-US" dirty="0"/>
                        <a:t>Minimal Pairs (ASL Citizen)</a:t>
                      </a:r>
                    </a:p>
                  </a:txBody>
                  <a:tcPr/>
                </a:tc>
                <a:tc>
                  <a:txBody>
                    <a:bodyPr/>
                    <a:lstStyle/>
                    <a:p>
                      <a:pPr algn="ctr"/>
                      <a:r>
                        <a:rPr lang="en-US" b="1" dirty="0"/>
                        <a:t>5.00</a:t>
                      </a:r>
                    </a:p>
                  </a:txBody>
                  <a:tcPr>
                    <a:solidFill>
                      <a:srgbClr val="A3D8FF"/>
                    </a:solidFill>
                  </a:tcPr>
                </a:tc>
                <a:tc>
                  <a:txBody>
                    <a:bodyPr/>
                    <a:lstStyle/>
                    <a:p>
                      <a:pPr algn="ctr"/>
                      <a:r>
                        <a:rPr lang="en-US" b="1" dirty="0"/>
                        <a:t>6.08</a:t>
                      </a:r>
                    </a:p>
                  </a:txBody>
                  <a:tcPr>
                    <a:solidFill>
                      <a:srgbClr val="A3D8FF"/>
                    </a:solidFill>
                  </a:tcPr>
                </a:tc>
                <a:extLst>
                  <a:ext uri="{0D108BD9-81ED-4DB2-BD59-A6C34878D82A}">
                    <a16:rowId xmlns:a16="http://schemas.microsoft.com/office/drawing/2014/main" val="4185474274"/>
                  </a:ext>
                </a:extLst>
              </a:tr>
            </a:tbl>
          </a:graphicData>
        </a:graphic>
      </p:graphicFrame>
      <p:graphicFrame>
        <p:nvGraphicFramePr>
          <p:cNvPr id="8" name="Table 7">
            <a:extLst>
              <a:ext uri="{FF2B5EF4-FFF2-40B4-BE49-F238E27FC236}">
                <a16:creationId xmlns:a16="http://schemas.microsoft.com/office/drawing/2014/main" id="{2D69F6A9-D9EC-F1C6-29EF-003E522C3D66}"/>
              </a:ext>
            </a:extLst>
          </p:cNvPr>
          <p:cNvGraphicFramePr>
            <a:graphicFrameLocks noGrp="1"/>
          </p:cNvGraphicFramePr>
          <p:nvPr>
            <p:extLst>
              <p:ext uri="{D42A27DB-BD31-4B8C-83A1-F6EECF244321}">
                <p14:modId xmlns:p14="http://schemas.microsoft.com/office/powerpoint/2010/main" val="209707819"/>
              </p:ext>
            </p:extLst>
          </p:nvPr>
        </p:nvGraphicFramePr>
        <p:xfrm>
          <a:off x="2416365" y="3055987"/>
          <a:ext cx="4311269" cy="1041539"/>
        </p:xfrm>
        <a:graphic>
          <a:graphicData uri="http://schemas.openxmlformats.org/drawingml/2006/table">
            <a:tbl>
              <a:tblPr firstRow="1" bandRow="1">
                <a:tableStyleId>{7E9639D4-E3E2-4D34-9284-5A2195B3D0D7}</a:tableStyleId>
              </a:tblPr>
              <a:tblGrid>
                <a:gridCol w="1624989">
                  <a:extLst>
                    <a:ext uri="{9D8B030D-6E8A-4147-A177-3AD203B41FA5}">
                      <a16:colId xmlns:a16="http://schemas.microsoft.com/office/drawing/2014/main" val="2298445906"/>
                    </a:ext>
                  </a:extLst>
                </a:gridCol>
                <a:gridCol w="1343140">
                  <a:extLst>
                    <a:ext uri="{9D8B030D-6E8A-4147-A177-3AD203B41FA5}">
                      <a16:colId xmlns:a16="http://schemas.microsoft.com/office/drawing/2014/main" val="3829069527"/>
                    </a:ext>
                  </a:extLst>
                </a:gridCol>
                <a:gridCol w="1343140">
                  <a:extLst>
                    <a:ext uri="{9D8B030D-6E8A-4147-A177-3AD203B41FA5}">
                      <a16:colId xmlns:a16="http://schemas.microsoft.com/office/drawing/2014/main" val="2909652453"/>
                    </a:ext>
                  </a:extLst>
                </a:gridCol>
              </a:tblGrid>
              <a:tr h="523379">
                <a:tc>
                  <a:txBody>
                    <a:bodyPr/>
                    <a:lstStyle/>
                    <a:p>
                      <a:pPr algn="ctr"/>
                      <a:endParaRPr lang="en-US" dirty="0"/>
                    </a:p>
                  </a:txBody>
                  <a:tcPr/>
                </a:tc>
                <a:tc>
                  <a:txBody>
                    <a:bodyPr/>
                    <a:lstStyle/>
                    <a:p>
                      <a:pPr algn="ctr"/>
                      <a:r>
                        <a:rPr lang="en-US" dirty="0"/>
                        <a:t>I3D</a:t>
                      </a:r>
                      <a:br>
                        <a:rPr lang="en-US" dirty="0"/>
                      </a:br>
                      <a:r>
                        <a:rPr lang="en-US" dirty="0" err="1"/>
                        <a:t>ASLCitizen</a:t>
                      </a:r>
                      <a:endParaRPr lang="en-US" dirty="0"/>
                    </a:p>
                  </a:txBody>
                  <a:tcPr>
                    <a:solidFill>
                      <a:srgbClr val="0070C0"/>
                    </a:solidFill>
                  </a:tcPr>
                </a:tc>
                <a:tc>
                  <a:txBody>
                    <a:bodyPr/>
                    <a:lstStyle/>
                    <a:p>
                      <a:pPr algn="ctr"/>
                      <a:r>
                        <a:rPr lang="en-US" dirty="0"/>
                        <a:t>STGCN</a:t>
                      </a:r>
                      <a:br>
                        <a:rPr lang="en-US" dirty="0"/>
                      </a:br>
                      <a:r>
                        <a:rPr lang="en-US" dirty="0"/>
                        <a:t>ASL Citizen</a:t>
                      </a:r>
                    </a:p>
                  </a:txBody>
                  <a:tcPr>
                    <a:solidFill>
                      <a:srgbClr val="0070C0"/>
                    </a:solidFill>
                  </a:tcPr>
                </a:tc>
                <a:extLst>
                  <a:ext uri="{0D108BD9-81ED-4DB2-BD59-A6C34878D82A}">
                    <a16:rowId xmlns:a16="http://schemas.microsoft.com/office/drawing/2014/main" val="422344225"/>
                  </a:ext>
                </a:extLst>
              </a:tr>
              <a:tr h="378052">
                <a:tc>
                  <a:txBody>
                    <a:bodyPr/>
                    <a:lstStyle/>
                    <a:p>
                      <a:pPr algn="ctr"/>
                      <a:r>
                        <a:rPr lang="en-US" dirty="0"/>
                        <a:t>Minimal Pairs (Sem-Lex)</a:t>
                      </a:r>
                    </a:p>
                  </a:txBody>
                  <a:tcPr/>
                </a:tc>
                <a:tc>
                  <a:txBody>
                    <a:bodyPr/>
                    <a:lstStyle/>
                    <a:p>
                      <a:pPr algn="ctr"/>
                      <a:r>
                        <a:rPr lang="en-US" b="1" dirty="0"/>
                        <a:t>2.47</a:t>
                      </a:r>
                    </a:p>
                  </a:txBody>
                  <a:tcPr>
                    <a:solidFill>
                      <a:srgbClr val="A3D8FF"/>
                    </a:solidFill>
                  </a:tcPr>
                </a:tc>
                <a:tc>
                  <a:txBody>
                    <a:bodyPr/>
                    <a:lstStyle/>
                    <a:p>
                      <a:pPr algn="ctr"/>
                      <a:r>
                        <a:rPr lang="en-US" b="1" dirty="0"/>
                        <a:t>2.76</a:t>
                      </a:r>
                    </a:p>
                  </a:txBody>
                  <a:tcPr>
                    <a:solidFill>
                      <a:srgbClr val="A3D8FF"/>
                    </a:solidFill>
                  </a:tcPr>
                </a:tc>
                <a:extLst>
                  <a:ext uri="{0D108BD9-81ED-4DB2-BD59-A6C34878D82A}">
                    <a16:rowId xmlns:a16="http://schemas.microsoft.com/office/drawing/2014/main" val="4185474274"/>
                  </a:ext>
                </a:extLst>
              </a:tr>
            </a:tbl>
          </a:graphicData>
        </a:graphic>
      </p:graphicFrame>
    </p:spTree>
    <p:extLst>
      <p:ext uri="{BB962C8B-B14F-4D97-AF65-F5344CB8AC3E}">
        <p14:creationId xmlns:p14="http://schemas.microsoft.com/office/powerpoint/2010/main" val="73115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6A962-6E95-DFAB-84F3-15C273F56821}"/>
              </a:ext>
            </a:extLst>
          </p:cNvPr>
          <p:cNvSpPr>
            <a:spLocks noGrp="1"/>
          </p:cNvSpPr>
          <p:nvPr>
            <p:ph type="title"/>
          </p:nvPr>
        </p:nvSpPr>
        <p:spPr>
          <a:xfrm>
            <a:off x="3419732" y="765671"/>
            <a:ext cx="4294800" cy="621029"/>
          </a:xfrm>
        </p:spPr>
        <p:txBody>
          <a:bodyPr/>
          <a:lstStyle/>
          <a:p>
            <a:r>
              <a:rPr lang="en-US" sz="3200" dirty="0"/>
              <a:t>In conclusion…</a:t>
            </a:r>
          </a:p>
        </p:txBody>
      </p:sp>
      <p:sp>
        <p:nvSpPr>
          <p:cNvPr id="3" name="Subtitle 2">
            <a:extLst>
              <a:ext uri="{FF2B5EF4-FFF2-40B4-BE49-F238E27FC236}">
                <a16:creationId xmlns:a16="http://schemas.microsoft.com/office/drawing/2014/main" id="{1BF223D6-9161-8C41-1FCE-4C833448F004}"/>
              </a:ext>
            </a:extLst>
          </p:cNvPr>
          <p:cNvSpPr>
            <a:spLocks noGrp="1"/>
          </p:cNvSpPr>
          <p:nvPr>
            <p:ph type="subTitle" idx="1"/>
          </p:nvPr>
        </p:nvSpPr>
        <p:spPr>
          <a:xfrm>
            <a:off x="3573967" y="1511966"/>
            <a:ext cx="4534448" cy="2619360"/>
          </a:xfrm>
        </p:spPr>
        <p:txBody>
          <a:bodyPr/>
          <a:lstStyle/>
          <a:p>
            <a:pPr>
              <a:buFont typeface="Arial" panose="020B0604020202020204" pitchFamily="34" charset="0"/>
              <a:buChar char="•"/>
            </a:pPr>
            <a:r>
              <a:rPr lang="en-US" dirty="0"/>
              <a:t>Sign language AI research overrepresents translation due to biases in</a:t>
            </a:r>
            <a:r>
              <a:rPr lang="en-US" i="1" dirty="0"/>
              <a:t> who </a:t>
            </a:r>
            <a:r>
              <a:rPr lang="en-US" dirty="0"/>
              <a:t>conducts the research</a:t>
            </a:r>
          </a:p>
          <a:p>
            <a:pPr>
              <a:buFont typeface="Arial" panose="020B0604020202020204" pitchFamily="34" charset="0"/>
              <a:buChar char="•"/>
            </a:pPr>
            <a:endParaRPr lang="en-US" dirty="0"/>
          </a:p>
          <a:p>
            <a:pPr>
              <a:buFont typeface="Arial" panose="020B0604020202020204" pitchFamily="34" charset="0"/>
              <a:buChar char="•"/>
            </a:pPr>
            <a:r>
              <a:rPr lang="en-US" dirty="0"/>
              <a:t>Linguistic study of sign language can be accelerated by AI, and supports Deaf community calls for equal language status</a:t>
            </a:r>
          </a:p>
          <a:p>
            <a:pPr>
              <a:buFont typeface="Arial" panose="020B0604020202020204" pitchFamily="34" charset="0"/>
              <a:buChar char="•"/>
            </a:pPr>
            <a:endParaRPr lang="en-US" dirty="0"/>
          </a:p>
          <a:p>
            <a:pPr>
              <a:buFont typeface="Arial" panose="020B0604020202020204" pitchFamily="34" charset="0"/>
              <a:buChar char="•"/>
            </a:pPr>
            <a:r>
              <a:rPr lang="en-US" dirty="0"/>
              <a:t>Linguistic analyses can improve translation models</a:t>
            </a:r>
          </a:p>
        </p:txBody>
      </p:sp>
    </p:spTree>
    <p:extLst>
      <p:ext uri="{BB962C8B-B14F-4D97-AF65-F5344CB8AC3E}">
        <p14:creationId xmlns:p14="http://schemas.microsoft.com/office/powerpoint/2010/main" val="2334511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B4F1C-E404-335C-C49E-F877DCAA9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810B8-1669-2209-2D04-6D91205B658E}"/>
              </a:ext>
            </a:extLst>
          </p:cNvPr>
          <p:cNvSpPr>
            <a:spLocks noGrp="1"/>
          </p:cNvSpPr>
          <p:nvPr>
            <p:ph type="title"/>
          </p:nvPr>
        </p:nvSpPr>
        <p:spPr>
          <a:xfrm>
            <a:off x="3370156" y="666519"/>
            <a:ext cx="4294800" cy="621029"/>
          </a:xfrm>
        </p:spPr>
        <p:txBody>
          <a:bodyPr/>
          <a:lstStyle/>
          <a:p>
            <a:r>
              <a:rPr lang="en-US" sz="3200" dirty="0"/>
              <a:t>Come work with us!</a:t>
            </a:r>
          </a:p>
        </p:txBody>
      </p:sp>
      <p:sp>
        <p:nvSpPr>
          <p:cNvPr id="5" name="Subtitle 4">
            <a:extLst>
              <a:ext uri="{FF2B5EF4-FFF2-40B4-BE49-F238E27FC236}">
                <a16:creationId xmlns:a16="http://schemas.microsoft.com/office/drawing/2014/main" id="{01B9CC04-E7DD-33EE-ED1D-B2C852F8502A}"/>
              </a:ext>
            </a:extLst>
          </p:cNvPr>
          <p:cNvSpPr>
            <a:spLocks noGrp="1"/>
          </p:cNvSpPr>
          <p:nvPr>
            <p:ph type="subTitle" idx="1"/>
          </p:nvPr>
        </p:nvSpPr>
        <p:spPr>
          <a:xfrm>
            <a:off x="3208088" y="3698099"/>
            <a:ext cx="4618936" cy="1004700"/>
          </a:xfrm>
        </p:spPr>
        <p:txBody>
          <a:bodyPr/>
          <a:lstStyle/>
          <a:p>
            <a:pPr marL="0" algn="ctr"/>
            <a:r>
              <a:rPr lang="en-US" dirty="0"/>
              <a:t>We jointly supervise students and are recruiting PhD students and postdocs at JHU.</a:t>
            </a:r>
          </a:p>
        </p:txBody>
      </p:sp>
      <p:sp>
        <p:nvSpPr>
          <p:cNvPr id="7" name="Oval 6">
            <a:extLst>
              <a:ext uri="{FF2B5EF4-FFF2-40B4-BE49-F238E27FC236}">
                <a16:creationId xmlns:a16="http://schemas.microsoft.com/office/drawing/2014/main" id="{A4DF37FB-E401-AF22-007D-23E5E12BC5A2}"/>
              </a:ext>
            </a:extLst>
          </p:cNvPr>
          <p:cNvSpPr/>
          <p:nvPr/>
        </p:nvSpPr>
        <p:spPr>
          <a:xfrm>
            <a:off x="3634561" y="1386700"/>
            <a:ext cx="1383622" cy="1454916"/>
          </a:xfrm>
          <a:prstGeom prst="ellipse">
            <a:avLst/>
          </a:prstGeom>
          <a:blipFill>
            <a:blip r:embed="rId3">
              <a:extLst>
                <a:ext uri="{28A0092B-C50C-407E-A947-70E740481C1C}">
                  <a14:useLocalDpi xmlns:a14="http://schemas.microsoft.com/office/drawing/2010/main" val="0"/>
                </a:ext>
              </a:extLst>
            </a:blip>
            <a:stretch>
              <a:fillRect l="94" r="-94" b="-3896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290;p33">
            <a:extLst>
              <a:ext uri="{FF2B5EF4-FFF2-40B4-BE49-F238E27FC236}">
                <a16:creationId xmlns:a16="http://schemas.microsoft.com/office/drawing/2014/main" id="{35F3B548-CF62-9B5E-51EA-FD049C385ABB}"/>
              </a:ext>
            </a:extLst>
          </p:cNvPr>
          <p:cNvSpPr txBox="1">
            <a:spLocks/>
          </p:cNvSpPr>
          <p:nvPr/>
        </p:nvSpPr>
        <p:spPr>
          <a:xfrm>
            <a:off x="3022388" y="2880673"/>
            <a:ext cx="2598017"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Annemarie Kocab</a:t>
            </a:r>
            <a:br>
              <a:rPr lang="nn-NO" dirty="0"/>
            </a:br>
            <a:r>
              <a:rPr lang="nn-NO" dirty="0"/>
              <a:t>Assistant Professor</a:t>
            </a:r>
            <a:br>
              <a:rPr lang="nn-NO" dirty="0"/>
            </a:br>
            <a:r>
              <a:rPr lang="nn-NO" dirty="0"/>
              <a:t>John Hopkins University</a:t>
            </a:r>
          </a:p>
        </p:txBody>
      </p:sp>
      <p:pic>
        <p:nvPicPr>
          <p:cNvPr id="11" name="Picture 10">
            <a:extLst>
              <a:ext uri="{FF2B5EF4-FFF2-40B4-BE49-F238E27FC236}">
                <a16:creationId xmlns:a16="http://schemas.microsoft.com/office/drawing/2014/main" id="{D80978A7-8DA6-6D88-EE00-4D74E67DBB4D}"/>
              </a:ext>
            </a:extLst>
          </p:cNvPr>
          <p:cNvPicPr>
            <a:picLocks noChangeAspect="1"/>
          </p:cNvPicPr>
          <p:nvPr/>
        </p:nvPicPr>
        <p:blipFill>
          <a:blip r:embed="rId4"/>
          <a:srcRect t="12532" r="18489" b="26961"/>
          <a:stretch>
            <a:fillRect/>
          </a:stretch>
        </p:blipFill>
        <p:spPr>
          <a:xfrm>
            <a:off x="5814441" y="1386700"/>
            <a:ext cx="1497896" cy="1493973"/>
          </a:xfrm>
          <a:prstGeom prst="ellipse">
            <a:avLst/>
          </a:prstGeom>
        </p:spPr>
      </p:pic>
      <p:sp>
        <p:nvSpPr>
          <p:cNvPr id="13" name="Google Shape;290;p33">
            <a:extLst>
              <a:ext uri="{FF2B5EF4-FFF2-40B4-BE49-F238E27FC236}">
                <a16:creationId xmlns:a16="http://schemas.microsoft.com/office/drawing/2014/main" id="{B7B04D5D-35E2-B1C7-AC79-31AD428C3444}"/>
              </a:ext>
            </a:extLst>
          </p:cNvPr>
          <p:cNvSpPr txBox="1">
            <a:spLocks/>
          </p:cNvSpPr>
          <p:nvPr/>
        </p:nvSpPr>
        <p:spPr>
          <a:xfrm>
            <a:off x="5264380" y="2880673"/>
            <a:ext cx="2598017" cy="102413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79400" algn="l" rtl="0">
              <a:lnSpc>
                <a:spcPct val="115000"/>
              </a:lnSpc>
              <a:spcBef>
                <a:spcPts val="0"/>
              </a:spcBef>
              <a:spcAft>
                <a:spcPts val="0"/>
              </a:spcAft>
              <a:buClr>
                <a:schemeClr val="dk1"/>
              </a:buClr>
              <a:buSzPts val="8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04800" algn="l" rtl="0">
              <a:lnSpc>
                <a:spcPct val="115000"/>
              </a:lnSpc>
              <a:spcBef>
                <a:spcPts val="0"/>
              </a:spcBef>
              <a:spcAft>
                <a:spcPts val="0"/>
              </a:spcAft>
              <a:buClr>
                <a:schemeClr val="dk1"/>
              </a:buClr>
              <a:buSzPts val="12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pPr marL="0" indent="0" algn="ctr">
              <a:buFont typeface="Hanken Grotesk"/>
              <a:buNone/>
            </a:pPr>
            <a:r>
              <a:rPr lang="nn-NO" dirty="0"/>
              <a:t>Alex Lu</a:t>
            </a:r>
          </a:p>
          <a:p>
            <a:pPr marL="0" indent="0" algn="ctr">
              <a:buFont typeface="Hanken Grotesk"/>
              <a:buNone/>
            </a:pPr>
            <a:r>
              <a:rPr lang="nn-NO" dirty="0"/>
              <a:t>Senior Researcher</a:t>
            </a:r>
            <a:br>
              <a:rPr lang="nn-NO" dirty="0"/>
            </a:br>
            <a:r>
              <a:rPr lang="nn-NO" dirty="0"/>
              <a:t>Microsoft Research</a:t>
            </a:r>
          </a:p>
        </p:txBody>
      </p:sp>
    </p:spTree>
    <p:extLst>
      <p:ext uri="{BB962C8B-B14F-4D97-AF65-F5344CB8AC3E}">
        <p14:creationId xmlns:p14="http://schemas.microsoft.com/office/powerpoint/2010/main" val="2671170490"/>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64997</TotalTime>
  <Words>4622</Words>
  <Application>Microsoft Office PowerPoint</Application>
  <PresentationFormat>On-screen Show (16:9)</PresentationFormat>
  <Paragraphs>183</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Hanken Grotesk</vt:lpstr>
      <vt:lpstr>Inter</vt:lpstr>
      <vt:lpstr>Arial</vt:lpstr>
      <vt:lpstr>Lato</vt:lpstr>
      <vt:lpstr>Figtree Black</vt:lpstr>
      <vt:lpstr>Elegant Black &amp; White Thesis Defense by Slidesgo</vt:lpstr>
      <vt:lpstr>Beyond Translation: Why linguistic study of sign language empowers Deaf communities</vt:lpstr>
      <vt:lpstr>Talk goal: convince the community to broaden collective scope of research</vt:lpstr>
      <vt:lpstr>Sign language AI research is largely driven  by hearing, non-signing researchers</vt:lpstr>
      <vt:lpstr>Sign language AI research is largely driven  by hearing, non-signing researchers</vt:lpstr>
      <vt:lpstr>Sign language AI research is largely driven  by hearing, non-signing researchers</vt:lpstr>
      <vt:lpstr>We conducted one of the most comprehensive reviews of sign language AI literature</vt:lpstr>
      <vt:lpstr>An overwhelming majority of  papers focus on translation</vt:lpstr>
      <vt:lpstr>Most paper motivate as  solving accessibility barriers</vt:lpstr>
      <vt:lpstr>Most paper motivate as  solving accessibility barriers</vt:lpstr>
      <vt:lpstr>Sign languages lack legal recognition</vt:lpstr>
      <vt:lpstr>Deaf children lack access to sign languages,  often for ideological reasons</vt:lpstr>
      <vt:lpstr>The lack of recognition of sign languages  stems from their historic suppression</vt:lpstr>
      <vt:lpstr>Sign language linguistics research has only  recently been legitimized for study</vt:lpstr>
      <vt:lpstr>Linguistic study of sign language gives Deaf communities evidence to advocate for equal language status.</vt:lpstr>
      <vt:lpstr>Studying home-signers reveals  how languages emerge</vt:lpstr>
      <vt:lpstr>Longitudinal studies measure the  properties and agreement of signs</vt:lpstr>
      <vt:lpstr>Quantification relies upon time-consuming and biased manual annotation</vt:lpstr>
      <vt:lpstr>AI can help with quantification –  but require unsupervised zero-shot methods</vt:lpstr>
      <vt:lpstr>We use minimal pairs in ASL to probe zero-shot capabilities of sign language recognition models</vt:lpstr>
      <vt:lpstr>We test if zero-shot embeddings from models  can distinguish minimal pairs</vt:lpstr>
      <vt:lpstr>We test if zero-shot embeddings from models  can distinguish minimal pairs</vt:lpstr>
      <vt:lpstr>We test if zero-shot embeddings from models  can distinguish minimal pairs</vt:lpstr>
      <vt:lpstr>Training on sign language recognition is  essential to sensitivity to phonological changes</vt:lpstr>
      <vt:lpstr>Minimal pairs have high variability in distinguishability</vt:lpstr>
      <vt:lpstr>Models do not reliably distinguish highly human-discriminated pairs</vt:lpstr>
      <vt:lpstr>We compared model perceptions of  handshape similarity to human perception </vt:lpstr>
      <vt:lpstr>SLR models have limited alignment with  human perception of handshapes</vt:lpstr>
      <vt:lpstr>Disagreement with human-like phonological perception predicts models are brittle to distribution shifts</vt:lpstr>
      <vt:lpstr>In conclusion…</vt:lpstr>
      <vt:lpstr>Come work with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 Lu</dc:creator>
  <cp:lastModifiedBy>Alex Lu</cp:lastModifiedBy>
  <cp:revision>2</cp:revision>
  <dcterms:modified xsi:type="dcterms:W3CDTF">2026-05-22T20:53:12Z</dcterms:modified>
</cp:coreProperties>
</file>